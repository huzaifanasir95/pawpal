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26"/>
  </p:notesMasterIdLst>
  <p:sldIdLst>
    <p:sldId id="256" r:id="rId2"/>
    <p:sldId id="258" r:id="rId3"/>
    <p:sldId id="260" r:id="rId4"/>
    <p:sldId id="261" r:id="rId5"/>
    <p:sldId id="332" r:id="rId6"/>
    <p:sldId id="314" r:id="rId7"/>
    <p:sldId id="315" r:id="rId8"/>
    <p:sldId id="311" r:id="rId9"/>
    <p:sldId id="259" r:id="rId10"/>
    <p:sldId id="303" r:id="rId11"/>
    <p:sldId id="296" r:id="rId12"/>
    <p:sldId id="338" r:id="rId13"/>
    <p:sldId id="298" r:id="rId14"/>
    <p:sldId id="340" r:id="rId15"/>
    <p:sldId id="341" r:id="rId16"/>
    <p:sldId id="342" r:id="rId17"/>
    <p:sldId id="343" r:id="rId18"/>
    <p:sldId id="344" r:id="rId19"/>
    <p:sldId id="345" r:id="rId20"/>
    <p:sldId id="301" r:id="rId21"/>
    <p:sldId id="316" r:id="rId22"/>
    <p:sldId id="331" r:id="rId23"/>
    <p:sldId id="302" r:id="rId24"/>
    <p:sldId id="275" r:id="rId25"/>
  </p:sldIdLst>
  <p:sldSz cx="9144000" cy="5143500" type="screen16x9"/>
  <p:notesSz cx="6858000" cy="9144000"/>
  <p:embeddedFontLst>
    <p:embeddedFont>
      <p:font typeface="Krona One" panose="020B0604020202020204" charset="0"/>
      <p:regular r:id="rId27"/>
    </p:embeddedFont>
    <p:embeddedFont>
      <p:font typeface="Montserrat" panose="000005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003426F8-86C5-4A3F-A1CA-386BFD8DB565}">
          <p14:sldIdLst>
            <p14:sldId id="256"/>
            <p14:sldId id="258"/>
            <p14:sldId id="260"/>
            <p14:sldId id="261"/>
            <p14:sldId id="332"/>
            <p14:sldId id="314"/>
            <p14:sldId id="315"/>
            <p14:sldId id="311"/>
            <p14:sldId id="259"/>
            <p14:sldId id="303"/>
            <p14:sldId id="296"/>
            <p14:sldId id="338"/>
            <p14:sldId id="298"/>
            <p14:sldId id="340"/>
            <p14:sldId id="341"/>
            <p14:sldId id="342"/>
            <p14:sldId id="343"/>
            <p14:sldId id="344"/>
            <p14:sldId id="345"/>
            <p14:sldId id="301"/>
            <p14:sldId id="316"/>
          </p14:sldIdLst>
        </p14:section>
        <p14:section name="Untitled Section" id="{5E76E10C-8AC9-4625-A19E-8CE5BDE506A8}">
          <p14:sldIdLst>
            <p14:sldId id="331"/>
            <p14:sldId id="302"/>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70C867-87CD-4072-A895-379EA71AD3F0}">
  <a:tblStyle styleId="{6A70C867-87CD-4072-A895-379EA71AD3F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350142E-2961-4BCF-917C-EA8F1DA3DF0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82" autoAdjust="0"/>
    <p:restoredTop sz="80392" autoAdjust="0"/>
  </p:normalViewPr>
  <p:slideViewPr>
    <p:cSldViewPr snapToGrid="0">
      <p:cViewPr varScale="1">
        <p:scale>
          <a:sx n="87" d="100"/>
          <a:sy n="87" d="100"/>
        </p:scale>
        <p:origin x="1118"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50" name="Google Shape;95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err="1">
                <a:solidFill>
                  <a:srgbClr val="000000"/>
                </a:solidFill>
                <a:effectLst/>
                <a:latin typeface="Arial"/>
                <a:ea typeface="Arial"/>
                <a:cs typeface="Arial"/>
                <a:sym typeface="Arial"/>
              </a:rPr>
              <a:t>PawPal</a:t>
            </a:r>
            <a:r>
              <a:rPr lang="en-US" sz="1100" b="0" i="0" u="none" strike="noStrike" cap="none" dirty="0">
                <a:solidFill>
                  <a:srgbClr val="000000"/>
                </a:solidFill>
                <a:effectLst/>
                <a:latin typeface="Arial"/>
                <a:ea typeface="Arial"/>
                <a:cs typeface="Arial"/>
                <a:sym typeface="Arial"/>
              </a:rPr>
              <a:t> is a comprehensive </a:t>
            </a:r>
            <a:r>
              <a:rPr lang="en-US" sz="1100" b="1" i="0" u="none" strike="noStrike" cap="none" dirty="0">
                <a:solidFill>
                  <a:srgbClr val="000000"/>
                </a:solidFill>
                <a:effectLst/>
                <a:latin typeface="Arial"/>
                <a:ea typeface="Arial"/>
                <a:cs typeface="Arial"/>
                <a:sym typeface="Arial"/>
              </a:rPr>
              <a:t>pet care mobile application</a:t>
            </a:r>
            <a:r>
              <a:rPr lang="en-US" sz="1100" b="0" i="0" u="none" strike="noStrike" cap="none" dirty="0">
                <a:solidFill>
                  <a:srgbClr val="000000"/>
                </a:solidFill>
                <a:effectLst/>
                <a:latin typeface="Arial"/>
                <a:ea typeface="Arial"/>
                <a:cs typeface="Arial"/>
                <a:sym typeface="Arial"/>
              </a:rPr>
              <a:t> designed to revolutionize the way we care for our furry companions, integrating health, community, and commerce all in one place.</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13ce2af5b70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6" name="Google Shape;966;g13ce2af5b7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9c950e0e44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0" name="Google Shape;1000;g29c950e0e44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9c950e0e44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7" name="Google Shape;1007;g29c950e0e44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First, under the </a:t>
            </a:r>
            <a:r>
              <a:rPr lang="en-US" sz="1100" b="1" i="0" u="none" strike="noStrike" cap="none" dirty="0">
                <a:solidFill>
                  <a:srgbClr val="000000"/>
                </a:solidFill>
                <a:effectLst/>
                <a:latin typeface="Arial"/>
                <a:ea typeface="Arial"/>
                <a:cs typeface="Arial"/>
                <a:sym typeface="Arial"/>
              </a:rPr>
              <a:t>'All-in-one'</a:t>
            </a:r>
            <a:r>
              <a:rPr lang="en-US" sz="1100" b="0" i="0" u="none" strike="noStrike" cap="none" dirty="0">
                <a:solidFill>
                  <a:srgbClr val="000000"/>
                </a:solidFill>
                <a:effectLst/>
                <a:latin typeface="Arial"/>
                <a:ea typeface="Arial"/>
                <a:cs typeface="Arial"/>
                <a:sym typeface="Arial"/>
              </a:rPr>
              <a:t> objective, we aim to create a seamless, unified experience. This means users will have a single dashboard that integrates their pet's profile, social connections, and marketplace activities. We want to eliminate the need for multiple apps by providing a single solution for essential tasks like health tracking, booking veterinarian appointments, and even trading or selling toys.</a:t>
            </a:r>
          </a:p>
          <a:p>
            <a:r>
              <a:rPr lang="en-US" sz="1100" b="0" i="0" u="none" strike="noStrike" cap="none" dirty="0">
                <a:solidFill>
                  <a:srgbClr val="000000"/>
                </a:solidFill>
                <a:effectLst/>
                <a:latin typeface="Arial"/>
                <a:ea typeface="Arial"/>
                <a:cs typeface="Arial"/>
                <a:sym typeface="Arial"/>
              </a:rPr>
              <a:t>Second, our </a:t>
            </a:r>
            <a:r>
              <a:rPr lang="en-US" sz="1100" b="1" i="0" u="none" strike="noStrike" cap="none" dirty="0">
                <a:solidFill>
                  <a:srgbClr val="000000"/>
                </a:solidFill>
                <a:effectLst/>
                <a:latin typeface="Arial"/>
                <a:ea typeface="Arial"/>
                <a:cs typeface="Arial"/>
                <a:sym typeface="Arial"/>
              </a:rPr>
              <a:t>'Community'</a:t>
            </a:r>
            <a:r>
              <a:rPr lang="en-US" sz="1100" b="0" i="0" u="none" strike="noStrike" cap="none" dirty="0">
                <a:solidFill>
                  <a:srgbClr val="000000"/>
                </a:solidFill>
                <a:effectLst/>
                <a:latin typeface="Arial"/>
                <a:ea typeface="Arial"/>
                <a:cs typeface="Arial"/>
                <a:sym typeface="Arial"/>
              </a:rPr>
              <a:t> objective is about building a global network for pet lovers. This includes a platform for peer-to-peer trading of pet supplies. A key differentiator is our commitment to providing </a:t>
            </a:r>
            <a:r>
              <a:rPr lang="en-US" sz="1100" b="1" i="0" u="none" strike="noStrike" cap="none" dirty="0">
                <a:solidFill>
                  <a:srgbClr val="000000"/>
                </a:solidFill>
                <a:effectLst/>
                <a:latin typeface="Arial"/>
                <a:ea typeface="Arial"/>
                <a:cs typeface="Arial"/>
                <a:sym typeface="Arial"/>
              </a:rPr>
              <a:t>AI-powered, breed-specific health and care plans</a:t>
            </a:r>
            <a:r>
              <a:rPr lang="en-US" sz="1100" b="0" i="0" u="none" strike="noStrike" cap="none" dirty="0">
                <a:solidFill>
                  <a:srgbClr val="000000"/>
                </a:solidFill>
                <a:effectLst/>
                <a:latin typeface="Arial"/>
                <a:ea typeface="Arial"/>
                <a:cs typeface="Arial"/>
                <a:sym typeface="Arial"/>
              </a:rPr>
              <a:t>, ensuring every pet gets personalized attention. Finally, we will facilitate active user forums where owners can seek advice, share experiences, and find support from fellow pet enthusiasts.</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30367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Starting from the top, </a:t>
            </a:r>
            <a:r>
              <a:rPr lang="en-US" sz="1100" b="1" i="0" u="none" strike="noStrike" cap="none" dirty="0">
                <a:solidFill>
                  <a:srgbClr val="000000"/>
                </a:solidFill>
                <a:effectLst/>
                <a:latin typeface="Arial"/>
                <a:ea typeface="Arial"/>
                <a:cs typeface="Arial"/>
                <a:sym typeface="Arial"/>
              </a:rPr>
              <a:t>Tier 1 is our Presentation Layer</a:t>
            </a:r>
            <a:r>
              <a:rPr lang="en-US" sz="1100" b="0" i="0" u="none" strike="noStrike" cap="none" dirty="0">
                <a:solidFill>
                  <a:srgbClr val="000000"/>
                </a:solidFill>
                <a:effectLst/>
                <a:latin typeface="Arial"/>
                <a:ea typeface="Arial"/>
                <a:cs typeface="Arial"/>
                <a:sym typeface="Arial"/>
              </a:rPr>
              <a:t>. This is the mobile application itself, the user interface that you interact with on your device.</a:t>
            </a:r>
          </a:p>
          <a:p>
            <a:r>
              <a:rPr lang="en-US" sz="1100" b="0" i="0" u="none" strike="noStrike" cap="none" dirty="0">
                <a:solidFill>
                  <a:srgbClr val="000000"/>
                </a:solidFill>
                <a:effectLst/>
                <a:latin typeface="Arial"/>
                <a:ea typeface="Arial"/>
                <a:cs typeface="Arial"/>
                <a:sym typeface="Arial"/>
              </a:rPr>
              <a:t>All requests from the app are funneled through </a:t>
            </a:r>
            <a:r>
              <a:rPr lang="en-US" sz="1100" b="1" i="0" u="none" strike="noStrike" cap="none" dirty="0">
                <a:solidFill>
                  <a:srgbClr val="000000"/>
                </a:solidFill>
                <a:effectLst/>
                <a:latin typeface="Arial"/>
                <a:ea typeface="Arial"/>
                <a:cs typeface="Arial"/>
                <a:sym typeface="Arial"/>
              </a:rPr>
              <a:t>Tier 2, the API Gateway Layer</a:t>
            </a:r>
            <a:r>
              <a:rPr lang="en-US" sz="1100" b="0" i="0" u="none" strike="noStrike" cap="none" dirty="0">
                <a:solidFill>
                  <a:srgbClr val="000000"/>
                </a:solidFill>
                <a:effectLst/>
                <a:latin typeface="Arial"/>
                <a:ea typeface="Arial"/>
                <a:cs typeface="Arial"/>
                <a:sym typeface="Arial"/>
              </a:rPr>
              <a:t>. This acts as a single entry point, managing request routing, authentication, and security, protecting our core systems.</a:t>
            </a:r>
          </a:p>
          <a:p>
            <a:r>
              <a:rPr lang="en-US" sz="1100" b="0" i="0" u="none" strike="noStrike" cap="none" dirty="0">
                <a:solidFill>
                  <a:srgbClr val="000000"/>
                </a:solidFill>
                <a:effectLst/>
                <a:latin typeface="Arial"/>
                <a:ea typeface="Arial"/>
                <a:cs typeface="Arial"/>
                <a:sym typeface="Arial"/>
              </a:rPr>
              <a:t>The requests then move to </a:t>
            </a:r>
            <a:r>
              <a:rPr lang="en-US" sz="1100" b="1" i="0" u="none" strike="noStrike" cap="none" dirty="0">
                <a:solidFill>
                  <a:srgbClr val="000000"/>
                </a:solidFill>
                <a:effectLst/>
                <a:latin typeface="Arial"/>
                <a:ea typeface="Arial"/>
                <a:cs typeface="Arial"/>
                <a:sym typeface="Arial"/>
              </a:rPr>
              <a:t>Tier 3, the Business Logic Layer</a:t>
            </a:r>
            <a:r>
              <a:rPr lang="en-US" sz="1100" b="0" i="0" u="none" strike="noStrike" cap="none" dirty="0">
                <a:solidFill>
                  <a:srgbClr val="000000"/>
                </a:solidFill>
                <a:effectLst/>
                <a:latin typeface="Arial"/>
                <a:ea typeface="Arial"/>
                <a:cs typeface="Arial"/>
                <a:sym typeface="Arial"/>
              </a:rPr>
              <a:t>. This is the brain of our application, where all the core processing happens. It contains all our key modules, such as User Management, the Pet Identification Module, and others we'll discuss shortly.</a:t>
            </a:r>
          </a:p>
          <a:p>
            <a:r>
              <a:rPr lang="en-US" sz="1100" b="0" i="0" u="none" strike="noStrike" cap="none" dirty="0">
                <a:solidFill>
                  <a:srgbClr val="000000"/>
                </a:solidFill>
                <a:effectLst/>
                <a:latin typeface="Arial"/>
                <a:ea typeface="Arial"/>
                <a:cs typeface="Arial"/>
                <a:sym typeface="Arial"/>
              </a:rPr>
              <a:t>When the business logic needs to store or retrieve data, it communicates with </a:t>
            </a:r>
            <a:r>
              <a:rPr lang="en-US" sz="1100" b="1" i="0" u="none" strike="noStrike" cap="none" dirty="0">
                <a:solidFill>
                  <a:srgbClr val="000000"/>
                </a:solidFill>
                <a:effectLst/>
                <a:latin typeface="Arial"/>
                <a:ea typeface="Arial"/>
                <a:cs typeface="Arial"/>
                <a:sym typeface="Arial"/>
              </a:rPr>
              <a:t>Tier 4, the Data Access Layer</a:t>
            </a:r>
            <a:r>
              <a:rPr lang="en-US" sz="1100" b="0" i="0" u="none" strike="noStrike" cap="none" dirty="0">
                <a:solidFill>
                  <a:srgbClr val="000000"/>
                </a:solidFill>
                <a:effectLst/>
                <a:latin typeface="Arial"/>
                <a:ea typeface="Arial"/>
                <a:cs typeface="Arial"/>
                <a:sym typeface="Arial"/>
              </a:rPr>
              <a:t>. This layer handles all interactions with our database, ensuring data is persisted correctly and efficiently.</a:t>
            </a:r>
          </a:p>
          <a:p>
            <a:r>
              <a:rPr lang="en-US" sz="1100" b="0" i="0" u="none" strike="noStrike" cap="none" dirty="0">
                <a:solidFill>
                  <a:srgbClr val="000000"/>
                </a:solidFill>
                <a:effectLst/>
                <a:latin typeface="Arial"/>
                <a:ea typeface="Arial"/>
                <a:cs typeface="Arial"/>
                <a:sym typeface="Arial"/>
              </a:rPr>
              <a:t>Finally, </a:t>
            </a:r>
            <a:r>
              <a:rPr lang="en-US" sz="1100" b="1" i="0" u="none" strike="noStrike" cap="none" dirty="0">
                <a:solidFill>
                  <a:srgbClr val="000000"/>
                </a:solidFill>
                <a:effectLst/>
                <a:latin typeface="Arial"/>
                <a:ea typeface="Arial"/>
                <a:cs typeface="Arial"/>
                <a:sym typeface="Arial"/>
              </a:rPr>
              <a:t>Tier 5 connects us to External Services</a:t>
            </a:r>
            <a:r>
              <a:rPr lang="en-US" sz="1100" b="0" i="0" u="none" strike="noStrike" cap="none" dirty="0">
                <a:solidFill>
                  <a:srgbClr val="000000"/>
                </a:solidFill>
                <a:effectLst/>
                <a:latin typeface="Arial"/>
                <a:ea typeface="Arial"/>
                <a:cs typeface="Arial"/>
                <a:sym typeface="Arial"/>
              </a:rPr>
              <a:t>. This includes third-party platforms we leverage, such as Firebase for notifications and other cloud-based services to enhance functionality.</a:t>
            </a:r>
          </a:p>
          <a:p>
            <a:endParaRPr lang="en-US" dirty="0"/>
          </a:p>
        </p:txBody>
      </p:sp>
    </p:spTree>
    <p:extLst>
      <p:ext uri="{BB962C8B-B14F-4D97-AF65-F5344CB8AC3E}">
        <p14:creationId xmlns:p14="http://schemas.microsoft.com/office/powerpoint/2010/main" val="4082694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1743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24558A3A-B1F7-5EE5-14BB-9C55EAA933A9}"/>
            </a:ext>
          </a:extLst>
        </p:cNvPr>
        <p:cNvGrpSpPr/>
        <p:nvPr/>
      </p:nvGrpSpPr>
      <p:grpSpPr>
        <a:xfrm>
          <a:off x="0" y="0"/>
          <a:ext cx="0" cy="0"/>
          <a:chOff x="0" y="0"/>
          <a:chExt cx="0" cy="0"/>
        </a:xfrm>
      </p:grpSpPr>
      <p:sp>
        <p:nvSpPr>
          <p:cNvPr id="999" name="Google Shape;999;g29c950e0e44_0_52:notes">
            <a:extLst>
              <a:ext uri="{FF2B5EF4-FFF2-40B4-BE49-F238E27FC236}">
                <a16:creationId xmlns:a16="http://schemas.microsoft.com/office/drawing/2014/main" id="{D513FD6F-2D96-40A8-B49C-E762070BE2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0" name="Google Shape;1000;g29c950e0e44_0_52:notes">
            <a:extLst>
              <a:ext uri="{FF2B5EF4-FFF2-40B4-BE49-F238E27FC236}">
                <a16:creationId xmlns:a16="http://schemas.microsoft.com/office/drawing/2014/main" id="{A810E4D4-6D67-AF5D-3CB3-E106F23ACD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07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9c950e0e44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89" name="Google Shape;989;g29c950e0e44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a:extLst>
            <a:ext uri="{FF2B5EF4-FFF2-40B4-BE49-F238E27FC236}">
              <a16:creationId xmlns:a16="http://schemas.microsoft.com/office/drawing/2014/main" id="{30EAFC08-796A-DB1C-BAAB-ED7633D06A22}"/>
            </a:ext>
          </a:extLst>
        </p:cNvPr>
        <p:cNvGrpSpPr/>
        <p:nvPr/>
      </p:nvGrpSpPr>
      <p:grpSpPr>
        <a:xfrm>
          <a:off x="0" y="0"/>
          <a:ext cx="0" cy="0"/>
          <a:chOff x="0" y="0"/>
          <a:chExt cx="0" cy="0"/>
        </a:xfrm>
      </p:grpSpPr>
      <p:sp>
        <p:nvSpPr>
          <p:cNvPr id="988" name="Google Shape;988;g29c950e0e44_0_45:notes">
            <a:extLst>
              <a:ext uri="{FF2B5EF4-FFF2-40B4-BE49-F238E27FC236}">
                <a16:creationId xmlns:a16="http://schemas.microsoft.com/office/drawing/2014/main" id="{D32827EC-D6A8-9B4B-0B02-022F44350A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89" name="Google Shape;989;g29c950e0e44_0_45:notes">
            <a:extLst>
              <a:ext uri="{FF2B5EF4-FFF2-40B4-BE49-F238E27FC236}">
                <a16:creationId xmlns:a16="http://schemas.microsoft.com/office/drawing/2014/main" id="{5C421009-C10C-BF45-58F3-F5F02336DB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905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CC68D0C9-78A1-F4E6-2055-B1F95BE36ABD}"/>
            </a:ext>
          </a:extLst>
        </p:cNvPr>
        <p:cNvGrpSpPr/>
        <p:nvPr/>
      </p:nvGrpSpPr>
      <p:grpSpPr>
        <a:xfrm>
          <a:off x="0" y="0"/>
          <a:ext cx="0" cy="0"/>
          <a:chOff x="0" y="0"/>
          <a:chExt cx="0" cy="0"/>
        </a:xfrm>
      </p:grpSpPr>
      <p:sp>
        <p:nvSpPr>
          <p:cNvPr id="999" name="Google Shape;999;g29c950e0e44_0_52:notes">
            <a:extLst>
              <a:ext uri="{FF2B5EF4-FFF2-40B4-BE49-F238E27FC236}">
                <a16:creationId xmlns:a16="http://schemas.microsoft.com/office/drawing/2014/main" id="{3035532B-F49C-3A30-8AA6-1A86A9DE9F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0" name="Google Shape;1000;g29c950e0e44_0_52:notes">
            <a:extLst>
              <a:ext uri="{FF2B5EF4-FFF2-40B4-BE49-F238E27FC236}">
                <a16:creationId xmlns:a16="http://schemas.microsoft.com/office/drawing/2014/main" id="{D6390635-1F58-F39F-869F-6140B8BED5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4559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92457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469CC8A0-4FCE-FC01-79EE-4A5BC4379C75}"/>
            </a:ext>
          </a:extLst>
        </p:cNvPr>
        <p:cNvGrpSpPr/>
        <p:nvPr/>
      </p:nvGrpSpPr>
      <p:grpSpPr>
        <a:xfrm>
          <a:off x="0" y="0"/>
          <a:ext cx="0" cy="0"/>
          <a:chOff x="0" y="0"/>
          <a:chExt cx="0" cy="0"/>
        </a:xfrm>
      </p:grpSpPr>
      <p:sp>
        <p:nvSpPr>
          <p:cNvPr id="999" name="Google Shape;999;g29c950e0e44_0_52:notes">
            <a:extLst>
              <a:ext uri="{FF2B5EF4-FFF2-40B4-BE49-F238E27FC236}">
                <a16:creationId xmlns:a16="http://schemas.microsoft.com/office/drawing/2014/main" id="{13489ACF-1426-EA57-A47B-8A1ECE4C1E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0" name="Google Shape;1000;g29c950e0e44_0_52:notes">
            <a:extLst>
              <a:ext uri="{FF2B5EF4-FFF2-40B4-BE49-F238E27FC236}">
                <a16:creationId xmlns:a16="http://schemas.microsoft.com/office/drawing/2014/main" id="{5C11690D-1F90-BC6D-8C19-4DCD14BE88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6968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107A0-D13A-098D-66E1-3F983B6DF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80871-BC01-C0AE-D8E1-B0F13B66635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0A3D887-832D-30A0-3E99-D221D709D12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4445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F0953F8B-E6D8-4715-2E67-CCC16F5CB801}"/>
            </a:ext>
          </a:extLst>
        </p:cNvPr>
        <p:cNvGrpSpPr/>
        <p:nvPr/>
      </p:nvGrpSpPr>
      <p:grpSpPr>
        <a:xfrm>
          <a:off x="0" y="0"/>
          <a:ext cx="0" cy="0"/>
          <a:chOff x="0" y="0"/>
          <a:chExt cx="0" cy="0"/>
        </a:xfrm>
      </p:grpSpPr>
      <p:sp>
        <p:nvSpPr>
          <p:cNvPr id="999" name="Google Shape;999;g29c950e0e44_0_52:notes">
            <a:extLst>
              <a:ext uri="{FF2B5EF4-FFF2-40B4-BE49-F238E27FC236}">
                <a16:creationId xmlns:a16="http://schemas.microsoft.com/office/drawing/2014/main" id="{79CF66A7-31CA-E928-F6D8-28BA0ED11D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0" name="Google Shape;1000;g29c950e0e44_0_52:notes">
            <a:extLst>
              <a:ext uri="{FF2B5EF4-FFF2-40B4-BE49-F238E27FC236}">
                <a16:creationId xmlns:a16="http://schemas.microsoft.com/office/drawing/2014/main" id="{420142B1-5A97-8185-9788-63FC01FD42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5494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F96B9-72FF-06B1-7B65-82E9B6BB96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567D3-B7E2-E1BE-1402-6A88161AE4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99A6A0A-A0A3-AFA5-2E50-0AD6B96056F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4236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99B21730-7529-F8ED-0DB5-85BFC5B7A21E}"/>
            </a:ext>
          </a:extLst>
        </p:cNvPr>
        <p:cNvGrpSpPr/>
        <p:nvPr/>
      </p:nvGrpSpPr>
      <p:grpSpPr>
        <a:xfrm>
          <a:off x="0" y="0"/>
          <a:ext cx="0" cy="0"/>
          <a:chOff x="0" y="0"/>
          <a:chExt cx="0" cy="0"/>
        </a:xfrm>
      </p:grpSpPr>
      <p:sp>
        <p:nvSpPr>
          <p:cNvPr id="999" name="Google Shape;999;g29c950e0e44_0_52:notes">
            <a:extLst>
              <a:ext uri="{FF2B5EF4-FFF2-40B4-BE49-F238E27FC236}">
                <a16:creationId xmlns:a16="http://schemas.microsoft.com/office/drawing/2014/main" id="{37EAF5C7-3A99-7A1C-F3F6-99245C07B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0" name="Google Shape;1000;g29c950e0e44_0_52:notes">
            <a:extLst>
              <a:ext uri="{FF2B5EF4-FFF2-40B4-BE49-F238E27FC236}">
                <a16:creationId xmlns:a16="http://schemas.microsoft.com/office/drawing/2014/main" id="{0FC08322-1A24-78FF-E4A1-054EE4034A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561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E5DC4-E201-3CC9-9CD5-208BD3362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5125E-9E97-82E5-F800-9A8EDD3EE4A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B791982-103E-F34F-A140-0908D45E754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2499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ED17E04E-FB80-D0AA-6E3D-54F0014190FB}"/>
            </a:ext>
          </a:extLst>
        </p:cNvPr>
        <p:cNvGrpSpPr/>
        <p:nvPr/>
      </p:nvGrpSpPr>
      <p:grpSpPr>
        <a:xfrm>
          <a:off x="0" y="0"/>
          <a:ext cx="0" cy="0"/>
          <a:chOff x="0" y="0"/>
          <a:chExt cx="0" cy="0"/>
        </a:xfrm>
      </p:grpSpPr>
      <p:sp>
        <p:nvSpPr>
          <p:cNvPr id="999" name="Google Shape;999;g29c950e0e44_0_52:notes">
            <a:extLst>
              <a:ext uri="{FF2B5EF4-FFF2-40B4-BE49-F238E27FC236}">
                <a16:creationId xmlns:a16="http://schemas.microsoft.com/office/drawing/2014/main" id="{6ED985CC-0B2A-9416-2682-B577A0C269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0" name="Google Shape;1000;g29c950e0e44_0_52:notes">
            <a:extLst>
              <a:ext uri="{FF2B5EF4-FFF2-40B4-BE49-F238E27FC236}">
                <a16:creationId xmlns:a16="http://schemas.microsoft.com/office/drawing/2014/main" id="{3118AA97-1089-492F-327C-1FE29C48C4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1902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1963969A-0885-60BB-0C08-BD5CF243738A}"/>
            </a:ext>
          </a:extLst>
        </p:cNvPr>
        <p:cNvGrpSpPr/>
        <p:nvPr/>
      </p:nvGrpSpPr>
      <p:grpSpPr>
        <a:xfrm>
          <a:off x="0" y="0"/>
          <a:ext cx="0" cy="0"/>
          <a:chOff x="0" y="0"/>
          <a:chExt cx="0" cy="0"/>
        </a:xfrm>
      </p:grpSpPr>
      <p:sp>
        <p:nvSpPr>
          <p:cNvPr id="999" name="Google Shape;999;g29c950e0e44_0_52:notes">
            <a:extLst>
              <a:ext uri="{FF2B5EF4-FFF2-40B4-BE49-F238E27FC236}">
                <a16:creationId xmlns:a16="http://schemas.microsoft.com/office/drawing/2014/main" id="{CB75E508-2EE6-C62E-B903-C26E9574D3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00" name="Google Shape;1000;g29c950e0e44_0_52:notes">
            <a:extLst>
              <a:ext uri="{FF2B5EF4-FFF2-40B4-BE49-F238E27FC236}">
                <a16:creationId xmlns:a16="http://schemas.microsoft.com/office/drawing/2014/main" id="{79BBAC4A-E597-3B7B-1646-18702E43AE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02557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g13ce2af5b7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65" name="Google Shape;1265;g13ce2af5b7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0150" y="1479188"/>
            <a:ext cx="6443700" cy="15453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350150" y="3061463"/>
            <a:ext cx="6443700" cy="444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722375" y="2908850"/>
            <a:ext cx="9455475" cy="2101350"/>
            <a:chOff x="722375" y="2908850"/>
            <a:chExt cx="9455475" cy="2101350"/>
          </a:xfrm>
        </p:grpSpPr>
        <p:grpSp>
          <p:nvGrpSpPr>
            <p:cNvPr id="12" name="Google Shape;12;p2"/>
            <p:cNvGrpSpPr/>
            <p:nvPr/>
          </p:nvGrpSpPr>
          <p:grpSpPr>
            <a:xfrm>
              <a:off x="8349050" y="2908850"/>
              <a:ext cx="1828800" cy="1828800"/>
              <a:chOff x="8160150" y="2659825"/>
              <a:chExt cx="1828800" cy="1828800"/>
            </a:xfrm>
          </p:grpSpPr>
          <p:sp>
            <p:nvSpPr>
              <p:cNvPr id="13" name="Google Shape;13;p2"/>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4" name="Google Shape;14;p2"/>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5" name="Google Shape;15;p2"/>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16" name="Google Shape;16;p2"/>
            <p:cNvGrpSpPr/>
            <p:nvPr/>
          </p:nvGrpSpPr>
          <p:grpSpPr>
            <a:xfrm>
              <a:off x="722375" y="4604000"/>
              <a:ext cx="374861" cy="406200"/>
              <a:chOff x="1270750" y="4604000"/>
              <a:chExt cx="374861" cy="406200"/>
            </a:xfrm>
          </p:grpSpPr>
          <p:grpSp>
            <p:nvGrpSpPr>
              <p:cNvPr id="17" name="Google Shape;17;p2"/>
              <p:cNvGrpSpPr/>
              <p:nvPr/>
            </p:nvGrpSpPr>
            <p:grpSpPr>
              <a:xfrm>
                <a:off x="1270750" y="4604000"/>
                <a:ext cx="374861" cy="28550"/>
                <a:chOff x="1270750" y="4604000"/>
                <a:chExt cx="374861" cy="28550"/>
              </a:xfrm>
            </p:grpSpPr>
            <p:sp>
              <p:nvSpPr>
                <p:cNvPr id="18" name="Google Shape;18;p2"/>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9" name="Google Shape;19;p2"/>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0" name="Google Shape;20;p2"/>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1" name="Google Shape;21;p2"/>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2" name="Google Shape;22;p2"/>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23" name="Google Shape;23;p2"/>
              <p:cNvGrpSpPr/>
              <p:nvPr/>
            </p:nvGrpSpPr>
            <p:grpSpPr>
              <a:xfrm>
                <a:off x="1270750" y="4981650"/>
                <a:ext cx="374861" cy="28550"/>
                <a:chOff x="1270750" y="4981650"/>
                <a:chExt cx="374861" cy="28550"/>
              </a:xfrm>
            </p:grpSpPr>
            <p:sp>
              <p:nvSpPr>
                <p:cNvPr id="24" name="Google Shape;24;p2"/>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5" name="Google Shape;25;p2"/>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6" name="Google Shape;26;p2"/>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7" name="Google Shape;27;p2"/>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8" name="Google Shape;28;p2"/>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29" name="Google Shape;29;p2"/>
              <p:cNvGrpSpPr/>
              <p:nvPr/>
            </p:nvGrpSpPr>
            <p:grpSpPr>
              <a:xfrm>
                <a:off x="1270750" y="4887238"/>
                <a:ext cx="374861" cy="28550"/>
                <a:chOff x="1270750" y="4981650"/>
                <a:chExt cx="374861" cy="28550"/>
              </a:xfrm>
            </p:grpSpPr>
            <p:sp>
              <p:nvSpPr>
                <p:cNvPr id="30" name="Google Shape;30;p2"/>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1" name="Google Shape;31;p2"/>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 name="Google Shape;32;p2"/>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3" name="Google Shape;33;p2"/>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4" name="Google Shape;34;p2"/>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35" name="Google Shape;35;p2"/>
              <p:cNvGrpSpPr/>
              <p:nvPr/>
            </p:nvGrpSpPr>
            <p:grpSpPr>
              <a:xfrm>
                <a:off x="1270750" y="4792825"/>
                <a:ext cx="374861" cy="28550"/>
                <a:chOff x="1270750" y="4981650"/>
                <a:chExt cx="374861" cy="28550"/>
              </a:xfrm>
            </p:grpSpPr>
            <p:sp>
              <p:nvSpPr>
                <p:cNvPr id="36" name="Google Shape;36;p2"/>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 name="Google Shape;37;p2"/>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8" name="Google Shape;38;p2"/>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9" name="Google Shape;39;p2"/>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 name="Google Shape;40;p2"/>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41" name="Google Shape;41;p2"/>
              <p:cNvGrpSpPr/>
              <p:nvPr/>
            </p:nvGrpSpPr>
            <p:grpSpPr>
              <a:xfrm>
                <a:off x="1270750" y="4698413"/>
                <a:ext cx="374861" cy="28550"/>
                <a:chOff x="1270750" y="4981650"/>
                <a:chExt cx="374861" cy="28550"/>
              </a:xfrm>
            </p:grpSpPr>
            <p:sp>
              <p:nvSpPr>
                <p:cNvPr id="42" name="Google Shape;42;p2"/>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3" name="Google Shape;43;p2"/>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4" name="Google Shape;44;p2"/>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5" name="Google Shape;45;p2"/>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6" name="Google Shape;46;p2"/>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grpSp>
        <p:nvGrpSpPr>
          <p:cNvPr id="47" name="Google Shape;47;p2"/>
          <p:cNvGrpSpPr/>
          <p:nvPr/>
        </p:nvGrpSpPr>
        <p:grpSpPr>
          <a:xfrm>
            <a:off x="0" y="0"/>
            <a:ext cx="8827825" cy="945700"/>
            <a:chOff x="0" y="0"/>
            <a:chExt cx="8827825" cy="945700"/>
          </a:xfrm>
        </p:grpSpPr>
        <p:sp>
          <p:nvSpPr>
            <p:cNvPr id="48" name="Google Shape;48;p2"/>
            <p:cNvSpPr/>
            <p:nvPr/>
          </p:nvSpPr>
          <p:spPr>
            <a:xfrm>
              <a:off x="0" y="0"/>
              <a:ext cx="4572000" cy="231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 name="Google Shape;49;p2"/>
            <p:cNvSpPr/>
            <p:nvPr/>
          </p:nvSpPr>
          <p:spPr>
            <a:xfrm>
              <a:off x="8421625" y="539500"/>
              <a:ext cx="406200" cy="4062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0"/>
        <p:cNvGrpSpPr/>
        <p:nvPr/>
      </p:nvGrpSpPr>
      <p:grpSpPr>
        <a:xfrm>
          <a:off x="0" y="0"/>
          <a:ext cx="0" cy="0"/>
          <a:chOff x="0" y="0"/>
          <a:chExt cx="0" cy="0"/>
        </a:xfrm>
      </p:grpSpPr>
      <p:sp>
        <p:nvSpPr>
          <p:cNvPr id="51" name="Google Shape;51;p3"/>
          <p:cNvSpPr txBox="1">
            <a:spLocks noGrp="1"/>
          </p:cNvSpPr>
          <p:nvPr>
            <p:ph type="title"/>
          </p:nvPr>
        </p:nvSpPr>
        <p:spPr>
          <a:xfrm>
            <a:off x="2917050" y="2344638"/>
            <a:ext cx="3815100" cy="150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52" name="Google Shape;52;p3"/>
          <p:cNvSpPr txBox="1">
            <a:spLocks noGrp="1"/>
          </p:cNvSpPr>
          <p:nvPr>
            <p:ph type="title" idx="2" hasCustomPrompt="1"/>
          </p:nvPr>
        </p:nvSpPr>
        <p:spPr>
          <a:xfrm>
            <a:off x="2917062" y="1297063"/>
            <a:ext cx="1632900" cy="995100"/>
          </a:xfrm>
          <a:prstGeom prst="rect">
            <a:avLst/>
          </a:prstGeom>
        </p:spPr>
        <p:txBody>
          <a:bodyPr spcFirstLastPara="1" wrap="square" lIns="91425" tIns="91425" rIns="91425" bIns="91425" anchor="b" anchorCtr="0">
            <a:noAutofit/>
          </a:bodyPr>
          <a:lstStyle>
            <a:lvl1pPr lvl="0" rtl="0">
              <a:spcBef>
                <a:spcPts val="0"/>
              </a:spcBef>
              <a:spcAft>
                <a:spcPts val="0"/>
              </a:spcAft>
              <a:buSzPts val="12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53" name="Google Shape;53;p3"/>
          <p:cNvGrpSpPr/>
          <p:nvPr/>
        </p:nvGrpSpPr>
        <p:grpSpPr>
          <a:xfrm>
            <a:off x="0" y="0"/>
            <a:ext cx="8827825" cy="4604000"/>
            <a:chOff x="0" y="0"/>
            <a:chExt cx="8827825" cy="4604000"/>
          </a:xfrm>
        </p:grpSpPr>
        <p:sp>
          <p:nvSpPr>
            <p:cNvPr id="54" name="Google Shape;54;p3"/>
            <p:cNvSpPr/>
            <p:nvPr/>
          </p:nvSpPr>
          <p:spPr>
            <a:xfrm>
              <a:off x="0" y="0"/>
              <a:ext cx="4572000" cy="231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5" name="Google Shape;55;p3"/>
            <p:cNvSpPr/>
            <p:nvPr/>
          </p:nvSpPr>
          <p:spPr>
            <a:xfrm>
              <a:off x="8421625" y="4197800"/>
              <a:ext cx="406200" cy="4062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56" name="Google Shape;56;p3"/>
          <p:cNvGrpSpPr/>
          <p:nvPr/>
        </p:nvGrpSpPr>
        <p:grpSpPr>
          <a:xfrm>
            <a:off x="347525" y="282200"/>
            <a:ext cx="9830325" cy="4728000"/>
            <a:chOff x="347525" y="282200"/>
            <a:chExt cx="9830325" cy="4728000"/>
          </a:xfrm>
        </p:grpSpPr>
        <p:grpSp>
          <p:nvGrpSpPr>
            <p:cNvPr id="57" name="Google Shape;57;p3"/>
            <p:cNvGrpSpPr/>
            <p:nvPr/>
          </p:nvGrpSpPr>
          <p:grpSpPr>
            <a:xfrm>
              <a:off x="347525" y="4604000"/>
              <a:ext cx="374861" cy="406200"/>
              <a:chOff x="1270750" y="4604000"/>
              <a:chExt cx="374861" cy="406200"/>
            </a:xfrm>
          </p:grpSpPr>
          <p:grpSp>
            <p:nvGrpSpPr>
              <p:cNvPr id="58" name="Google Shape;58;p3"/>
              <p:cNvGrpSpPr/>
              <p:nvPr/>
            </p:nvGrpSpPr>
            <p:grpSpPr>
              <a:xfrm>
                <a:off x="1270750" y="4604000"/>
                <a:ext cx="374861" cy="28550"/>
                <a:chOff x="1270750" y="4604000"/>
                <a:chExt cx="374861" cy="28550"/>
              </a:xfrm>
            </p:grpSpPr>
            <p:sp>
              <p:nvSpPr>
                <p:cNvPr id="59" name="Google Shape;59;p3"/>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0" name="Google Shape;60;p3"/>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1" name="Google Shape;61;p3"/>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2" name="Google Shape;62;p3"/>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3" name="Google Shape;63;p3"/>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64" name="Google Shape;64;p3"/>
              <p:cNvGrpSpPr/>
              <p:nvPr/>
            </p:nvGrpSpPr>
            <p:grpSpPr>
              <a:xfrm>
                <a:off x="1270750" y="4981650"/>
                <a:ext cx="374861" cy="28550"/>
                <a:chOff x="1270750" y="4981650"/>
                <a:chExt cx="374861" cy="28550"/>
              </a:xfrm>
            </p:grpSpPr>
            <p:sp>
              <p:nvSpPr>
                <p:cNvPr id="65" name="Google Shape;65;p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 name="Google Shape;66;p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7" name="Google Shape;67;p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8" name="Google Shape;68;p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9" name="Google Shape;69;p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70" name="Google Shape;70;p3"/>
              <p:cNvGrpSpPr/>
              <p:nvPr/>
            </p:nvGrpSpPr>
            <p:grpSpPr>
              <a:xfrm>
                <a:off x="1270750" y="4887238"/>
                <a:ext cx="374861" cy="28550"/>
                <a:chOff x="1270750" y="4981650"/>
                <a:chExt cx="374861" cy="28550"/>
              </a:xfrm>
            </p:grpSpPr>
            <p:sp>
              <p:nvSpPr>
                <p:cNvPr id="71" name="Google Shape;71;p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72" name="Google Shape;72;p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73" name="Google Shape;73;p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74" name="Google Shape;74;p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75" name="Google Shape;75;p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76" name="Google Shape;76;p3"/>
              <p:cNvGrpSpPr/>
              <p:nvPr/>
            </p:nvGrpSpPr>
            <p:grpSpPr>
              <a:xfrm>
                <a:off x="1270750" y="4792825"/>
                <a:ext cx="374861" cy="28550"/>
                <a:chOff x="1270750" y="4981650"/>
                <a:chExt cx="374861" cy="28550"/>
              </a:xfrm>
            </p:grpSpPr>
            <p:sp>
              <p:nvSpPr>
                <p:cNvPr id="77" name="Google Shape;77;p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78" name="Google Shape;78;p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79" name="Google Shape;79;p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0" name="Google Shape;80;p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1" name="Google Shape;81;p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2" name="Google Shape;82;p3"/>
              <p:cNvGrpSpPr/>
              <p:nvPr/>
            </p:nvGrpSpPr>
            <p:grpSpPr>
              <a:xfrm>
                <a:off x="1270750" y="4698413"/>
                <a:ext cx="374861" cy="28550"/>
                <a:chOff x="1270750" y="4981650"/>
                <a:chExt cx="374861" cy="28550"/>
              </a:xfrm>
            </p:grpSpPr>
            <p:sp>
              <p:nvSpPr>
                <p:cNvPr id="83" name="Google Shape;83;p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 name="Google Shape;84;p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5" name="Google Shape;85;p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6" name="Google Shape;86;p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7" name="Google Shape;87;p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nvGrpSpPr>
            <p:cNvPr id="88" name="Google Shape;88;p3"/>
            <p:cNvGrpSpPr/>
            <p:nvPr/>
          </p:nvGrpSpPr>
          <p:grpSpPr>
            <a:xfrm>
              <a:off x="8349050" y="282200"/>
              <a:ext cx="1828800" cy="1828800"/>
              <a:chOff x="8160150" y="2659825"/>
              <a:chExt cx="1828800" cy="1828800"/>
            </a:xfrm>
          </p:grpSpPr>
          <p:sp>
            <p:nvSpPr>
              <p:cNvPr id="89" name="Google Shape;89;p3"/>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0" name="Google Shape;90;p3"/>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1" name="Google Shape;91;p3"/>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4"/>
        <p:cNvGrpSpPr/>
        <p:nvPr/>
      </p:nvGrpSpPr>
      <p:grpSpPr>
        <a:xfrm>
          <a:off x="0" y="0"/>
          <a:ext cx="0" cy="0"/>
          <a:chOff x="0" y="0"/>
          <a:chExt cx="0" cy="0"/>
        </a:xfrm>
      </p:grpSpPr>
      <p:sp>
        <p:nvSpPr>
          <p:cNvPr id="135" name="Google Shape;135;p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6" name="Google Shape;136;p5"/>
          <p:cNvSpPr txBox="1">
            <a:spLocks noGrp="1"/>
          </p:cNvSpPr>
          <p:nvPr>
            <p:ph type="subTitle" idx="1"/>
          </p:nvPr>
        </p:nvSpPr>
        <p:spPr>
          <a:xfrm>
            <a:off x="1153388" y="2789175"/>
            <a:ext cx="3128400" cy="1433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37" name="Google Shape;137;p5"/>
          <p:cNvSpPr txBox="1">
            <a:spLocks noGrp="1"/>
          </p:cNvSpPr>
          <p:nvPr>
            <p:ph type="subTitle" idx="2"/>
          </p:nvPr>
        </p:nvSpPr>
        <p:spPr>
          <a:xfrm>
            <a:off x="4862213" y="2789175"/>
            <a:ext cx="3128400" cy="1433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138" name="Google Shape;138;p5"/>
          <p:cNvSpPr txBox="1">
            <a:spLocks noGrp="1"/>
          </p:cNvSpPr>
          <p:nvPr>
            <p:ph type="subTitle" idx="3"/>
          </p:nvPr>
        </p:nvSpPr>
        <p:spPr>
          <a:xfrm>
            <a:off x="1153388" y="2457400"/>
            <a:ext cx="31284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sp>
        <p:nvSpPr>
          <p:cNvPr id="139" name="Google Shape;139;p5"/>
          <p:cNvSpPr txBox="1">
            <a:spLocks noGrp="1"/>
          </p:cNvSpPr>
          <p:nvPr>
            <p:ph type="subTitle" idx="4"/>
          </p:nvPr>
        </p:nvSpPr>
        <p:spPr>
          <a:xfrm>
            <a:off x="4862213" y="2457400"/>
            <a:ext cx="31284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grpSp>
        <p:nvGrpSpPr>
          <p:cNvPr id="140" name="Google Shape;140;p5"/>
          <p:cNvGrpSpPr/>
          <p:nvPr/>
        </p:nvGrpSpPr>
        <p:grpSpPr>
          <a:xfrm>
            <a:off x="-1106425" y="539500"/>
            <a:ext cx="9902911" cy="2628675"/>
            <a:chOff x="-1106425" y="539500"/>
            <a:chExt cx="9902911" cy="2628675"/>
          </a:xfrm>
        </p:grpSpPr>
        <p:grpSp>
          <p:nvGrpSpPr>
            <p:cNvPr id="141" name="Google Shape;141;p5"/>
            <p:cNvGrpSpPr/>
            <p:nvPr/>
          </p:nvGrpSpPr>
          <p:grpSpPr>
            <a:xfrm>
              <a:off x="-1106425" y="1339375"/>
              <a:ext cx="1828800" cy="1828800"/>
              <a:chOff x="8160150" y="2659825"/>
              <a:chExt cx="1828800" cy="1828800"/>
            </a:xfrm>
          </p:grpSpPr>
          <p:sp>
            <p:nvSpPr>
              <p:cNvPr id="142" name="Google Shape;142;p5"/>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43" name="Google Shape;143;p5"/>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44" name="Google Shape;144;p5"/>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145" name="Google Shape;145;p5"/>
            <p:cNvGrpSpPr/>
            <p:nvPr/>
          </p:nvGrpSpPr>
          <p:grpSpPr>
            <a:xfrm>
              <a:off x="8421625" y="539500"/>
              <a:ext cx="374861" cy="406200"/>
              <a:chOff x="1270750" y="4604000"/>
              <a:chExt cx="374861" cy="406200"/>
            </a:xfrm>
          </p:grpSpPr>
          <p:grpSp>
            <p:nvGrpSpPr>
              <p:cNvPr id="146" name="Google Shape;146;p5"/>
              <p:cNvGrpSpPr/>
              <p:nvPr/>
            </p:nvGrpSpPr>
            <p:grpSpPr>
              <a:xfrm>
                <a:off x="1270750" y="4604000"/>
                <a:ext cx="374861" cy="28550"/>
                <a:chOff x="1270750" y="4604000"/>
                <a:chExt cx="374861" cy="28550"/>
              </a:xfrm>
            </p:grpSpPr>
            <p:sp>
              <p:nvSpPr>
                <p:cNvPr id="147" name="Google Shape;147;p5"/>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48" name="Google Shape;148;p5"/>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49" name="Google Shape;149;p5"/>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50" name="Google Shape;150;p5"/>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51" name="Google Shape;151;p5"/>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152" name="Google Shape;152;p5"/>
              <p:cNvGrpSpPr/>
              <p:nvPr/>
            </p:nvGrpSpPr>
            <p:grpSpPr>
              <a:xfrm>
                <a:off x="1270750" y="4981650"/>
                <a:ext cx="374861" cy="28550"/>
                <a:chOff x="1270750" y="4981650"/>
                <a:chExt cx="374861" cy="28550"/>
              </a:xfrm>
            </p:grpSpPr>
            <p:sp>
              <p:nvSpPr>
                <p:cNvPr id="153" name="Google Shape;153;p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54" name="Google Shape;154;p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55" name="Google Shape;155;p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56" name="Google Shape;156;p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57" name="Google Shape;157;p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158" name="Google Shape;158;p5"/>
              <p:cNvGrpSpPr/>
              <p:nvPr/>
            </p:nvGrpSpPr>
            <p:grpSpPr>
              <a:xfrm>
                <a:off x="1270750" y="4887238"/>
                <a:ext cx="374861" cy="28550"/>
                <a:chOff x="1270750" y="4981650"/>
                <a:chExt cx="374861" cy="28550"/>
              </a:xfrm>
            </p:grpSpPr>
            <p:sp>
              <p:nvSpPr>
                <p:cNvPr id="159" name="Google Shape;159;p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60" name="Google Shape;160;p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61" name="Google Shape;161;p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62" name="Google Shape;162;p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63" name="Google Shape;163;p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164" name="Google Shape;164;p5"/>
              <p:cNvGrpSpPr/>
              <p:nvPr/>
            </p:nvGrpSpPr>
            <p:grpSpPr>
              <a:xfrm>
                <a:off x="1270750" y="4792825"/>
                <a:ext cx="374861" cy="28550"/>
                <a:chOff x="1270750" y="4981650"/>
                <a:chExt cx="374861" cy="28550"/>
              </a:xfrm>
            </p:grpSpPr>
            <p:sp>
              <p:nvSpPr>
                <p:cNvPr id="165" name="Google Shape;165;p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66" name="Google Shape;166;p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67" name="Google Shape;167;p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68" name="Google Shape;168;p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69" name="Google Shape;169;p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170" name="Google Shape;170;p5"/>
              <p:cNvGrpSpPr/>
              <p:nvPr/>
            </p:nvGrpSpPr>
            <p:grpSpPr>
              <a:xfrm>
                <a:off x="1270750" y="4698413"/>
                <a:ext cx="374861" cy="28550"/>
                <a:chOff x="1270750" y="4981650"/>
                <a:chExt cx="374861" cy="28550"/>
              </a:xfrm>
            </p:grpSpPr>
            <p:sp>
              <p:nvSpPr>
                <p:cNvPr id="171" name="Google Shape;171;p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72" name="Google Shape;172;p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73" name="Google Shape;173;p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74" name="Google Shape;174;p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75" name="Google Shape;175;p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sp>
        <p:nvSpPr>
          <p:cNvPr id="176" name="Google Shape;176;p5"/>
          <p:cNvSpPr/>
          <p:nvPr/>
        </p:nvSpPr>
        <p:spPr>
          <a:xfrm>
            <a:off x="4572000" y="4911600"/>
            <a:ext cx="4572000" cy="231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8"/>
        <p:cNvGrpSpPr/>
        <p:nvPr/>
      </p:nvGrpSpPr>
      <p:grpSpPr>
        <a:xfrm>
          <a:off x="0" y="0"/>
          <a:ext cx="0" cy="0"/>
          <a:chOff x="0" y="0"/>
          <a:chExt cx="0" cy="0"/>
        </a:xfrm>
      </p:grpSpPr>
      <p:sp>
        <p:nvSpPr>
          <p:cNvPr id="219" name="Google Shape;219;p7"/>
          <p:cNvSpPr txBox="1">
            <a:spLocks noGrp="1"/>
          </p:cNvSpPr>
          <p:nvPr>
            <p:ph type="title"/>
          </p:nvPr>
        </p:nvSpPr>
        <p:spPr>
          <a:xfrm>
            <a:off x="722375" y="539500"/>
            <a:ext cx="4143000" cy="576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0" name="Google Shape;220;p7"/>
          <p:cNvSpPr txBox="1">
            <a:spLocks noGrp="1"/>
          </p:cNvSpPr>
          <p:nvPr>
            <p:ph type="body" idx="1"/>
          </p:nvPr>
        </p:nvSpPr>
        <p:spPr>
          <a:xfrm>
            <a:off x="722375" y="2017175"/>
            <a:ext cx="4143000" cy="1715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21" name="Google Shape;221;p7"/>
          <p:cNvSpPr>
            <a:spLocks noGrp="1"/>
          </p:cNvSpPr>
          <p:nvPr>
            <p:ph type="pic" idx="2"/>
          </p:nvPr>
        </p:nvSpPr>
        <p:spPr>
          <a:xfrm>
            <a:off x="5474725" y="539500"/>
            <a:ext cx="2949000" cy="4064400"/>
          </a:xfrm>
          <a:prstGeom prst="rect">
            <a:avLst/>
          </a:prstGeom>
          <a:noFill/>
          <a:ln>
            <a:noFill/>
          </a:ln>
        </p:spPr>
        <p:txBody>
          <a:bodyPr/>
          <a:lstStyle/>
          <a:p>
            <a:endParaRPr lang="en-US"/>
          </a:p>
        </p:txBody>
      </p:sp>
      <p:grpSp>
        <p:nvGrpSpPr>
          <p:cNvPr id="222" name="Google Shape;222;p7"/>
          <p:cNvGrpSpPr/>
          <p:nvPr/>
        </p:nvGrpSpPr>
        <p:grpSpPr>
          <a:xfrm>
            <a:off x="347525" y="539500"/>
            <a:ext cx="374861" cy="406200"/>
            <a:chOff x="1270750" y="4604000"/>
            <a:chExt cx="374861" cy="406200"/>
          </a:xfrm>
        </p:grpSpPr>
        <p:grpSp>
          <p:nvGrpSpPr>
            <p:cNvPr id="223" name="Google Shape;223;p7"/>
            <p:cNvGrpSpPr/>
            <p:nvPr/>
          </p:nvGrpSpPr>
          <p:grpSpPr>
            <a:xfrm>
              <a:off x="1270750" y="4604000"/>
              <a:ext cx="374861" cy="28550"/>
              <a:chOff x="1270750" y="4604000"/>
              <a:chExt cx="374861" cy="28550"/>
            </a:xfrm>
          </p:grpSpPr>
          <p:sp>
            <p:nvSpPr>
              <p:cNvPr id="224" name="Google Shape;224;p7"/>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25" name="Google Shape;225;p7"/>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26" name="Google Shape;226;p7"/>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27" name="Google Shape;227;p7"/>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28" name="Google Shape;228;p7"/>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229" name="Google Shape;229;p7"/>
            <p:cNvGrpSpPr/>
            <p:nvPr/>
          </p:nvGrpSpPr>
          <p:grpSpPr>
            <a:xfrm>
              <a:off x="1270750" y="4981650"/>
              <a:ext cx="374861" cy="28550"/>
              <a:chOff x="1270750" y="4981650"/>
              <a:chExt cx="374861" cy="28550"/>
            </a:xfrm>
          </p:grpSpPr>
          <p:sp>
            <p:nvSpPr>
              <p:cNvPr id="230" name="Google Shape;230;p7"/>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31" name="Google Shape;231;p7"/>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32" name="Google Shape;232;p7"/>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33" name="Google Shape;233;p7"/>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34" name="Google Shape;234;p7"/>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235" name="Google Shape;235;p7"/>
            <p:cNvGrpSpPr/>
            <p:nvPr/>
          </p:nvGrpSpPr>
          <p:grpSpPr>
            <a:xfrm>
              <a:off x="1270750" y="4887238"/>
              <a:ext cx="374861" cy="28550"/>
              <a:chOff x="1270750" y="4981650"/>
              <a:chExt cx="374861" cy="28550"/>
            </a:xfrm>
          </p:grpSpPr>
          <p:sp>
            <p:nvSpPr>
              <p:cNvPr id="236" name="Google Shape;236;p7"/>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37" name="Google Shape;237;p7"/>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38" name="Google Shape;238;p7"/>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39" name="Google Shape;239;p7"/>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40" name="Google Shape;240;p7"/>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241" name="Google Shape;241;p7"/>
            <p:cNvGrpSpPr/>
            <p:nvPr/>
          </p:nvGrpSpPr>
          <p:grpSpPr>
            <a:xfrm>
              <a:off x="1270750" y="4792825"/>
              <a:ext cx="374861" cy="28550"/>
              <a:chOff x="1270750" y="4981650"/>
              <a:chExt cx="374861" cy="28550"/>
            </a:xfrm>
          </p:grpSpPr>
          <p:sp>
            <p:nvSpPr>
              <p:cNvPr id="242" name="Google Shape;242;p7"/>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43" name="Google Shape;243;p7"/>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44" name="Google Shape;244;p7"/>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45" name="Google Shape;245;p7"/>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46" name="Google Shape;246;p7"/>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247" name="Google Shape;247;p7"/>
            <p:cNvGrpSpPr/>
            <p:nvPr/>
          </p:nvGrpSpPr>
          <p:grpSpPr>
            <a:xfrm>
              <a:off x="1270750" y="4698413"/>
              <a:ext cx="374861" cy="28550"/>
              <a:chOff x="1270750" y="4981650"/>
              <a:chExt cx="374861" cy="28550"/>
            </a:xfrm>
          </p:grpSpPr>
          <p:sp>
            <p:nvSpPr>
              <p:cNvPr id="248" name="Google Shape;248;p7"/>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49" name="Google Shape;249;p7"/>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50" name="Google Shape;250;p7"/>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51" name="Google Shape;251;p7"/>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52" name="Google Shape;252;p7"/>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nvGrpSpPr>
          <p:cNvPr id="253" name="Google Shape;253;p7"/>
          <p:cNvGrpSpPr/>
          <p:nvPr/>
        </p:nvGrpSpPr>
        <p:grpSpPr>
          <a:xfrm>
            <a:off x="0" y="4604000"/>
            <a:ext cx="8827775" cy="539500"/>
            <a:chOff x="0" y="4604000"/>
            <a:chExt cx="8827775" cy="539500"/>
          </a:xfrm>
        </p:grpSpPr>
        <p:sp>
          <p:nvSpPr>
            <p:cNvPr id="254" name="Google Shape;254;p7"/>
            <p:cNvSpPr/>
            <p:nvPr/>
          </p:nvSpPr>
          <p:spPr>
            <a:xfrm>
              <a:off x="0" y="4911600"/>
              <a:ext cx="4572000" cy="231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55" name="Google Shape;255;p7"/>
            <p:cNvSpPr/>
            <p:nvPr/>
          </p:nvSpPr>
          <p:spPr>
            <a:xfrm>
              <a:off x="8421575" y="4604000"/>
              <a:ext cx="406200" cy="406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97"/>
        <p:cNvGrpSpPr/>
        <p:nvPr/>
      </p:nvGrpSpPr>
      <p:grpSpPr>
        <a:xfrm>
          <a:off x="0" y="0"/>
          <a:ext cx="0" cy="0"/>
          <a:chOff x="0" y="0"/>
          <a:chExt cx="0" cy="0"/>
        </a:xfrm>
      </p:grpSpPr>
      <p:sp>
        <p:nvSpPr>
          <p:cNvPr id="298" name="Google Shape;298;p9"/>
          <p:cNvSpPr txBox="1">
            <a:spLocks noGrp="1"/>
          </p:cNvSpPr>
          <p:nvPr>
            <p:ph type="title"/>
          </p:nvPr>
        </p:nvSpPr>
        <p:spPr>
          <a:xfrm>
            <a:off x="2549400" y="1578300"/>
            <a:ext cx="4045200" cy="751800"/>
          </a:xfrm>
          <a:prstGeom prst="rect">
            <a:avLst/>
          </a:prstGeom>
        </p:spPr>
        <p:txBody>
          <a:bodyPr spcFirstLastPara="1" wrap="square" lIns="91425" tIns="91425" rIns="91425" bIns="91425" anchor="b" anchorCtr="0">
            <a:noAutofit/>
          </a:bodyPr>
          <a:lstStyle>
            <a:lvl1pPr lvl="0" algn="ctr">
              <a:spcBef>
                <a:spcPts val="0"/>
              </a:spcBef>
              <a:spcAft>
                <a:spcPts val="0"/>
              </a:spcAft>
              <a:buSzPts val="4700"/>
              <a:buNone/>
              <a:defRPr sz="4700"/>
            </a:lvl1pPr>
            <a:lvl2pPr lvl="1" algn="ctr">
              <a:spcBef>
                <a:spcPts val="0"/>
              </a:spcBef>
              <a:spcAft>
                <a:spcPts val="0"/>
              </a:spcAft>
              <a:buSzPts val="4700"/>
              <a:buNone/>
              <a:defRPr sz="4700"/>
            </a:lvl2pPr>
            <a:lvl3pPr lvl="2" algn="ctr">
              <a:spcBef>
                <a:spcPts val="0"/>
              </a:spcBef>
              <a:spcAft>
                <a:spcPts val="0"/>
              </a:spcAft>
              <a:buSzPts val="4700"/>
              <a:buNone/>
              <a:defRPr sz="4700"/>
            </a:lvl3pPr>
            <a:lvl4pPr lvl="3" algn="ctr">
              <a:spcBef>
                <a:spcPts val="0"/>
              </a:spcBef>
              <a:spcAft>
                <a:spcPts val="0"/>
              </a:spcAft>
              <a:buSzPts val="4700"/>
              <a:buNone/>
              <a:defRPr sz="4700"/>
            </a:lvl4pPr>
            <a:lvl5pPr lvl="4" algn="ctr">
              <a:spcBef>
                <a:spcPts val="0"/>
              </a:spcBef>
              <a:spcAft>
                <a:spcPts val="0"/>
              </a:spcAft>
              <a:buSzPts val="4700"/>
              <a:buNone/>
              <a:defRPr sz="4700"/>
            </a:lvl5pPr>
            <a:lvl6pPr lvl="5" algn="ctr">
              <a:spcBef>
                <a:spcPts val="0"/>
              </a:spcBef>
              <a:spcAft>
                <a:spcPts val="0"/>
              </a:spcAft>
              <a:buSzPts val="4700"/>
              <a:buNone/>
              <a:defRPr sz="4700"/>
            </a:lvl6pPr>
            <a:lvl7pPr lvl="6" algn="ctr">
              <a:spcBef>
                <a:spcPts val="0"/>
              </a:spcBef>
              <a:spcAft>
                <a:spcPts val="0"/>
              </a:spcAft>
              <a:buSzPts val="4700"/>
              <a:buNone/>
              <a:defRPr sz="4700"/>
            </a:lvl7pPr>
            <a:lvl8pPr lvl="7" algn="ctr">
              <a:spcBef>
                <a:spcPts val="0"/>
              </a:spcBef>
              <a:spcAft>
                <a:spcPts val="0"/>
              </a:spcAft>
              <a:buSzPts val="4700"/>
              <a:buNone/>
              <a:defRPr sz="4700"/>
            </a:lvl8pPr>
            <a:lvl9pPr lvl="8" algn="ctr">
              <a:spcBef>
                <a:spcPts val="0"/>
              </a:spcBef>
              <a:spcAft>
                <a:spcPts val="0"/>
              </a:spcAft>
              <a:buSzPts val="4700"/>
              <a:buNone/>
              <a:defRPr sz="4700"/>
            </a:lvl9pPr>
          </a:lstStyle>
          <a:p>
            <a:endParaRPr/>
          </a:p>
        </p:txBody>
      </p:sp>
      <p:sp>
        <p:nvSpPr>
          <p:cNvPr id="299" name="Google Shape;299;p9"/>
          <p:cNvSpPr txBox="1">
            <a:spLocks noGrp="1"/>
          </p:cNvSpPr>
          <p:nvPr>
            <p:ph type="subTitle" idx="1"/>
          </p:nvPr>
        </p:nvSpPr>
        <p:spPr>
          <a:xfrm>
            <a:off x="2549400" y="2330100"/>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5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300" name="Google Shape;300;p9"/>
          <p:cNvGrpSpPr/>
          <p:nvPr/>
        </p:nvGrpSpPr>
        <p:grpSpPr>
          <a:xfrm>
            <a:off x="543625" y="-1289300"/>
            <a:ext cx="8252861" cy="6299500"/>
            <a:chOff x="543625" y="-1289300"/>
            <a:chExt cx="8252861" cy="6299500"/>
          </a:xfrm>
        </p:grpSpPr>
        <p:grpSp>
          <p:nvGrpSpPr>
            <p:cNvPr id="301" name="Google Shape;301;p9"/>
            <p:cNvGrpSpPr/>
            <p:nvPr/>
          </p:nvGrpSpPr>
          <p:grpSpPr>
            <a:xfrm>
              <a:off x="543625" y="-1289300"/>
              <a:ext cx="1828800" cy="1828800"/>
              <a:chOff x="8160150" y="2659825"/>
              <a:chExt cx="1828800" cy="1828800"/>
            </a:xfrm>
          </p:grpSpPr>
          <p:sp>
            <p:nvSpPr>
              <p:cNvPr id="302" name="Google Shape;302;p9"/>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03" name="Google Shape;303;p9"/>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04" name="Google Shape;304;p9"/>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305" name="Google Shape;305;p9"/>
            <p:cNvGrpSpPr/>
            <p:nvPr/>
          </p:nvGrpSpPr>
          <p:grpSpPr>
            <a:xfrm>
              <a:off x="8421625" y="4604000"/>
              <a:ext cx="374861" cy="406200"/>
              <a:chOff x="1270750" y="4604000"/>
              <a:chExt cx="374861" cy="406200"/>
            </a:xfrm>
          </p:grpSpPr>
          <p:grpSp>
            <p:nvGrpSpPr>
              <p:cNvPr id="306" name="Google Shape;306;p9"/>
              <p:cNvGrpSpPr/>
              <p:nvPr/>
            </p:nvGrpSpPr>
            <p:grpSpPr>
              <a:xfrm>
                <a:off x="1270750" y="4604000"/>
                <a:ext cx="374861" cy="28550"/>
                <a:chOff x="1270750" y="4604000"/>
                <a:chExt cx="374861" cy="28550"/>
              </a:xfrm>
            </p:grpSpPr>
            <p:sp>
              <p:nvSpPr>
                <p:cNvPr id="307" name="Google Shape;307;p9"/>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08" name="Google Shape;308;p9"/>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09" name="Google Shape;309;p9"/>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10" name="Google Shape;310;p9"/>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11" name="Google Shape;311;p9"/>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312" name="Google Shape;312;p9"/>
              <p:cNvGrpSpPr/>
              <p:nvPr/>
            </p:nvGrpSpPr>
            <p:grpSpPr>
              <a:xfrm>
                <a:off x="1270750" y="4981650"/>
                <a:ext cx="374861" cy="28550"/>
                <a:chOff x="1270750" y="4981650"/>
                <a:chExt cx="374861" cy="28550"/>
              </a:xfrm>
            </p:grpSpPr>
            <p:sp>
              <p:nvSpPr>
                <p:cNvPr id="313" name="Google Shape;313;p9"/>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14" name="Google Shape;314;p9"/>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15" name="Google Shape;315;p9"/>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16" name="Google Shape;316;p9"/>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17" name="Google Shape;317;p9"/>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318" name="Google Shape;318;p9"/>
              <p:cNvGrpSpPr/>
              <p:nvPr/>
            </p:nvGrpSpPr>
            <p:grpSpPr>
              <a:xfrm>
                <a:off x="1270750" y="4887238"/>
                <a:ext cx="374861" cy="28550"/>
                <a:chOff x="1270750" y="4981650"/>
                <a:chExt cx="374861" cy="28550"/>
              </a:xfrm>
            </p:grpSpPr>
            <p:sp>
              <p:nvSpPr>
                <p:cNvPr id="319" name="Google Shape;319;p9"/>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0" name="Google Shape;320;p9"/>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1" name="Google Shape;321;p9"/>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2" name="Google Shape;322;p9"/>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3" name="Google Shape;323;p9"/>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324" name="Google Shape;324;p9"/>
              <p:cNvGrpSpPr/>
              <p:nvPr/>
            </p:nvGrpSpPr>
            <p:grpSpPr>
              <a:xfrm>
                <a:off x="1270750" y="4792825"/>
                <a:ext cx="374861" cy="28550"/>
                <a:chOff x="1270750" y="4981650"/>
                <a:chExt cx="374861" cy="28550"/>
              </a:xfrm>
            </p:grpSpPr>
            <p:sp>
              <p:nvSpPr>
                <p:cNvPr id="325" name="Google Shape;325;p9"/>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6" name="Google Shape;326;p9"/>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7" name="Google Shape;327;p9"/>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8" name="Google Shape;328;p9"/>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29" name="Google Shape;329;p9"/>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330" name="Google Shape;330;p9"/>
              <p:cNvGrpSpPr/>
              <p:nvPr/>
            </p:nvGrpSpPr>
            <p:grpSpPr>
              <a:xfrm>
                <a:off x="1270750" y="4698413"/>
                <a:ext cx="374861" cy="28550"/>
                <a:chOff x="1270750" y="4981650"/>
                <a:chExt cx="374861" cy="28550"/>
              </a:xfrm>
            </p:grpSpPr>
            <p:sp>
              <p:nvSpPr>
                <p:cNvPr id="331" name="Google Shape;331;p9"/>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32" name="Google Shape;332;p9"/>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33" name="Google Shape;333;p9"/>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34" name="Google Shape;334;p9"/>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35" name="Google Shape;335;p9"/>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grpSp>
        <p:nvGrpSpPr>
          <p:cNvPr id="336" name="Google Shape;336;p9"/>
          <p:cNvGrpSpPr/>
          <p:nvPr/>
        </p:nvGrpSpPr>
        <p:grpSpPr>
          <a:xfrm>
            <a:off x="0" y="539500"/>
            <a:ext cx="8827825" cy="4604000"/>
            <a:chOff x="0" y="539500"/>
            <a:chExt cx="8827825" cy="4604000"/>
          </a:xfrm>
        </p:grpSpPr>
        <p:sp>
          <p:nvSpPr>
            <p:cNvPr id="337" name="Google Shape;337;p9"/>
            <p:cNvSpPr/>
            <p:nvPr/>
          </p:nvSpPr>
          <p:spPr>
            <a:xfrm>
              <a:off x="0" y="4911600"/>
              <a:ext cx="4572000" cy="231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38" name="Google Shape;338;p9"/>
            <p:cNvSpPr/>
            <p:nvPr/>
          </p:nvSpPr>
          <p:spPr>
            <a:xfrm>
              <a:off x="8421625" y="539500"/>
              <a:ext cx="406200" cy="4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9"/>
        <p:cNvGrpSpPr/>
        <p:nvPr/>
      </p:nvGrpSpPr>
      <p:grpSpPr>
        <a:xfrm>
          <a:off x="0" y="0"/>
          <a:ext cx="0" cy="0"/>
          <a:chOff x="0" y="0"/>
          <a:chExt cx="0" cy="0"/>
        </a:xfrm>
      </p:grpSpPr>
      <p:sp>
        <p:nvSpPr>
          <p:cNvPr id="340" name="Google Shape;340;p10"/>
          <p:cNvSpPr txBox="1">
            <a:spLocks noGrp="1"/>
          </p:cNvSpPr>
          <p:nvPr>
            <p:ph type="title"/>
          </p:nvPr>
        </p:nvSpPr>
        <p:spPr>
          <a:xfrm>
            <a:off x="722400"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379"/>
        <p:cNvGrpSpPr/>
        <p:nvPr/>
      </p:nvGrpSpPr>
      <p:grpSpPr>
        <a:xfrm>
          <a:off x="0" y="0"/>
          <a:ext cx="0" cy="0"/>
          <a:chOff x="0" y="0"/>
          <a:chExt cx="0" cy="0"/>
        </a:xfrm>
      </p:grpSpPr>
      <p:sp>
        <p:nvSpPr>
          <p:cNvPr id="380" name="Google Shape;380;p13"/>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381" name="Google Shape;381;p13"/>
          <p:cNvSpPr txBox="1">
            <a:spLocks noGrp="1"/>
          </p:cNvSpPr>
          <p:nvPr>
            <p:ph type="title" idx="2" hasCustomPrompt="1"/>
          </p:nvPr>
        </p:nvSpPr>
        <p:spPr>
          <a:xfrm>
            <a:off x="1434163" y="1299254"/>
            <a:ext cx="1075500" cy="677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82" name="Google Shape;382;p13"/>
          <p:cNvSpPr txBox="1">
            <a:spLocks noGrp="1"/>
          </p:cNvSpPr>
          <p:nvPr>
            <p:ph type="title" idx="3" hasCustomPrompt="1"/>
          </p:nvPr>
        </p:nvSpPr>
        <p:spPr>
          <a:xfrm>
            <a:off x="3806064" y="1299254"/>
            <a:ext cx="1075500" cy="677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83" name="Google Shape;383;p13"/>
          <p:cNvSpPr txBox="1">
            <a:spLocks noGrp="1"/>
          </p:cNvSpPr>
          <p:nvPr>
            <p:ph type="title" idx="4" hasCustomPrompt="1"/>
          </p:nvPr>
        </p:nvSpPr>
        <p:spPr>
          <a:xfrm>
            <a:off x="1434163" y="3115825"/>
            <a:ext cx="1075500" cy="677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84" name="Google Shape;384;p13"/>
          <p:cNvSpPr txBox="1">
            <a:spLocks noGrp="1"/>
          </p:cNvSpPr>
          <p:nvPr>
            <p:ph type="title" idx="5" hasCustomPrompt="1"/>
          </p:nvPr>
        </p:nvSpPr>
        <p:spPr>
          <a:xfrm>
            <a:off x="3806064" y="3115825"/>
            <a:ext cx="1075500" cy="677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85" name="Google Shape;385;p13"/>
          <p:cNvSpPr txBox="1">
            <a:spLocks noGrp="1"/>
          </p:cNvSpPr>
          <p:nvPr>
            <p:ph type="subTitle" idx="1"/>
          </p:nvPr>
        </p:nvSpPr>
        <p:spPr>
          <a:xfrm>
            <a:off x="1434138" y="2082747"/>
            <a:ext cx="1642800" cy="421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sp>
        <p:nvSpPr>
          <p:cNvPr id="386" name="Google Shape;386;p13"/>
          <p:cNvSpPr txBox="1">
            <a:spLocks noGrp="1"/>
          </p:cNvSpPr>
          <p:nvPr>
            <p:ph type="subTitle" idx="6"/>
          </p:nvPr>
        </p:nvSpPr>
        <p:spPr>
          <a:xfrm>
            <a:off x="3806037" y="2082750"/>
            <a:ext cx="1642800" cy="421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sp>
        <p:nvSpPr>
          <p:cNvPr id="387" name="Google Shape;387;p13"/>
          <p:cNvSpPr txBox="1">
            <a:spLocks noGrp="1"/>
          </p:cNvSpPr>
          <p:nvPr>
            <p:ph type="subTitle" idx="7"/>
          </p:nvPr>
        </p:nvSpPr>
        <p:spPr>
          <a:xfrm>
            <a:off x="1434138" y="3907672"/>
            <a:ext cx="1642800" cy="421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sp>
        <p:nvSpPr>
          <p:cNvPr id="388" name="Google Shape;388;p13"/>
          <p:cNvSpPr txBox="1">
            <a:spLocks noGrp="1"/>
          </p:cNvSpPr>
          <p:nvPr>
            <p:ph type="subTitle" idx="8"/>
          </p:nvPr>
        </p:nvSpPr>
        <p:spPr>
          <a:xfrm>
            <a:off x="3806037" y="3907675"/>
            <a:ext cx="1642800" cy="421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sp>
        <p:nvSpPr>
          <p:cNvPr id="389" name="Google Shape;389;p13"/>
          <p:cNvSpPr txBox="1">
            <a:spLocks noGrp="1"/>
          </p:cNvSpPr>
          <p:nvPr>
            <p:ph type="title" idx="9" hasCustomPrompt="1"/>
          </p:nvPr>
        </p:nvSpPr>
        <p:spPr>
          <a:xfrm>
            <a:off x="6067037" y="1299254"/>
            <a:ext cx="1075500" cy="677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90" name="Google Shape;390;p13"/>
          <p:cNvSpPr txBox="1">
            <a:spLocks noGrp="1"/>
          </p:cNvSpPr>
          <p:nvPr>
            <p:ph type="title" idx="13" hasCustomPrompt="1"/>
          </p:nvPr>
        </p:nvSpPr>
        <p:spPr>
          <a:xfrm>
            <a:off x="6067014" y="3115825"/>
            <a:ext cx="1075500" cy="677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91" name="Google Shape;391;p13"/>
          <p:cNvSpPr txBox="1">
            <a:spLocks noGrp="1"/>
          </p:cNvSpPr>
          <p:nvPr>
            <p:ph type="subTitle" idx="14"/>
          </p:nvPr>
        </p:nvSpPr>
        <p:spPr>
          <a:xfrm>
            <a:off x="6066988" y="2082750"/>
            <a:ext cx="1642800" cy="421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sp>
        <p:nvSpPr>
          <p:cNvPr id="392" name="Google Shape;392;p13"/>
          <p:cNvSpPr txBox="1">
            <a:spLocks noGrp="1"/>
          </p:cNvSpPr>
          <p:nvPr>
            <p:ph type="subTitle" idx="15"/>
          </p:nvPr>
        </p:nvSpPr>
        <p:spPr>
          <a:xfrm>
            <a:off x="6067002" y="3907675"/>
            <a:ext cx="1642800" cy="421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grpSp>
        <p:nvGrpSpPr>
          <p:cNvPr id="393" name="Google Shape;393;p13"/>
          <p:cNvGrpSpPr/>
          <p:nvPr/>
        </p:nvGrpSpPr>
        <p:grpSpPr>
          <a:xfrm>
            <a:off x="316175" y="0"/>
            <a:ext cx="8827825" cy="5010200"/>
            <a:chOff x="316175" y="0"/>
            <a:chExt cx="8827825" cy="5010200"/>
          </a:xfrm>
        </p:grpSpPr>
        <p:sp>
          <p:nvSpPr>
            <p:cNvPr id="394" name="Google Shape;394;p13"/>
            <p:cNvSpPr/>
            <p:nvPr/>
          </p:nvSpPr>
          <p:spPr>
            <a:xfrm>
              <a:off x="4572000" y="0"/>
              <a:ext cx="4572000" cy="231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95" name="Google Shape;395;p13"/>
            <p:cNvSpPr/>
            <p:nvPr/>
          </p:nvSpPr>
          <p:spPr>
            <a:xfrm>
              <a:off x="316175" y="4604000"/>
              <a:ext cx="406200" cy="4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396" name="Google Shape;396;p13"/>
          <p:cNvGrpSpPr/>
          <p:nvPr/>
        </p:nvGrpSpPr>
        <p:grpSpPr>
          <a:xfrm>
            <a:off x="-1106425" y="1524697"/>
            <a:ext cx="9918536" cy="3079303"/>
            <a:chOff x="-1106425" y="1524697"/>
            <a:chExt cx="9918536" cy="3079303"/>
          </a:xfrm>
        </p:grpSpPr>
        <p:grpSp>
          <p:nvGrpSpPr>
            <p:cNvPr id="397" name="Google Shape;397;p13"/>
            <p:cNvGrpSpPr/>
            <p:nvPr/>
          </p:nvGrpSpPr>
          <p:grpSpPr>
            <a:xfrm>
              <a:off x="8437250" y="4197800"/>
              <a:ext cx="374861" cy="406200"/>
              <a:chOff x="1270750" y="4604000"/>
              <a:chExt cx="374861" cy="406200"/>
            </a:xfrm>
          </p:grpSpPr>
          <p:grpSp>
            <p:nvGrpSpPr>
              <p:cNvPr id="398" name="Google Shape;398;p13"/>
              <p:cNvGrpSpPr/>
              <p:nvPr/>
            </p:nvGrpSpPr>
            <p:grpSpPr>
              <a:xfrm>
                <a:off x="1270750" y="4604000"/>
                <a:ext cx="374861" cy="28550"/>
                <a:chOff x="1270750" y="4604000"/>
                <a:chExt cx="374861" cy="28550"/>
              </a:xfrm>
            </p:grpSpPr>
            <p:sp>
              <p:nvSpPr>
                <p:cNvPr id="399" name="Google Shape;399;p13"/>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0" name="Google Shape;400;p13"/>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1" name="Google Shape;401;p13"/>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2" name="Google Shape;402;p13"/>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3" name="Google Shape;403;p13"/>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404" name="Google Shape;404;p13"/>
              <p:cNvGrpSpPr/>
              <p:nvPr/>
            </p:nvGrpSpPr>
            <p:grpSpPr>
              <a:xfrm>
                <a:off x="1270750" y="4981650"/>
                <a:ext cx="374861" cy="28550"/>
                <a:chOff x="1270750" y="4981650"/>
                <a:chExt cx="374861" cy="28550"/>
              </a:xfrm>
            </p:grpSpPr>
            <p:sp>
              <p:nvSpPr>
                <p:cNvPr id="405" name="Google Shape;405;p1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6" name="Google Shape;406;p1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7" name="Google Shape;407;p1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8" name="Google Shape;408;p1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09" name="Google Shape;409;p1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410" name="Google Shape;410;p13"/>
              <p:cNvGrpSpPr/>
              <p:nvPr/>
            </p:nvGrpSpPr>
            <p:grpSpPr>
              <a:xfrm>
                <a:off x="1270750" y="4887238"/>
                <a:ext cx="374861" cy="28550"/>
                <a:chOff x="1270750" y="4981650"/>
                <a:chExt cx="374861" cy="28550"/>
              </a:xfrm>
            </p:grpSpPr>
            <p:sp>
              <p:nvSpPr>
                <p:cNvPr id="411" name="Google Shape;411;p1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12" name="Google Shape;412;p1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13" name="Google Shape;413;p1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14" name="Google Shape;414;p1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15" name="Google Shape;415;p1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416" name="Google Shape;416;p13"/>
              <p:cNvGrpSpPr/>
              <p:nvPr/>
            </p:nvGrpSpPr>
            <p:grpSpPr>
              <a:xfrm>
                <a:off x="1270750" y="4792825"/>
                <a:ext cx="374861" cy="28550"/>
                <a:chOff x="1270750" y="4981650"/>
                <a:chExt cx="374861" cy="28550"/>
              </a:xfrm>
            </p:grpSpPr>
            <p:sp>
              <p:nvSpPr>
                <p:cNvPr id="417" name="Google Shape;417;p1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18" name="Google Shape;418;p1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19" name="Google Shape;419;p1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20" name="Google Shape;420;p1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21" name="Google Shape;421;p1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422" name="Google Shape;422;p13"/>
              <p:cNvGrpSpPr/>
              <p:nvPr/>
            </p:nvGrpSpPr>
            <p:grpSpPr>
              <a:xfrm>
                <a:off x="1270750" y="4698413"/>
                <a:ext cx="374861" cy="28550"/>
                <a:chOff x="1270750" y="4981650"/>
                <a:chExt cx="374861" cy="28550"/>
              </a:xfrm>
            </p:grpSpPr>
            <p:sp>
              <p:nvSpPr>
                <p:cNvPr id="423" name="Google Shape;423;p1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24" name="Google Shape;424;p1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25" name="Google Shape;425;p1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26" name="Google Shape;426;p1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27" name="Google Shape;427;p1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nvGrpSpPr>
            <p:cNvPr id="428" name="Google Shape;428;p13"/>
            <p:cNvGrpSpPr/>
            <p:nvPr/>
          </p:nvGrpSpPr>
          <p:grpSpPr>
            <a:xfrm>
              <a:off x="-1106425" y="1524697"/>
              <a:ext cx="1828800" cy="1828800"/>
              <a:chOff x="8160150" y="2659825"/>
              <a:chExt cx="1828800" cy="1828800"/>
            </a:xfrm>
          </p:grpSpPr>
          <p:sp>
            <p:nvSpPr>
              <p:cNvPr id="429" name="Google Shape;429;p13"/>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30" name="Google Shape;430;p13"/>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31" name="Google Shape;431;p13"/>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CUSTOM_6">
    <p:spTree>
      <p:nvGrpSpPr>
        <p:cNvPr id="1" name="Shape 474"/>
        <p:cNvGrpSpPr/>
        <p:nvPr/>
      </p:nvGrpSpPr>
      <p:grpSpPr>
        <a:xfrm>
          <a:off x="0" y="0"/>
          <a:ext cx="0" cy="0"/>
          <a:chOff x="0" y="0"/>
          <a:chExt cx="0" cy="0"/>
        </a:xfrm>
      </p:grpSpPr>
      <p:sp>
        <p:nvSpPr>
          <p:cNvPr id="475" name="Google Shape;475;p1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76" name="Google Shape;476;p15"/>
          <p:cNvGrpSpPr/>
          <p:nvPr/>
        </p:nvGrpSpPr>
        <p:grpSpPr>
          <a:xfrm>
            <a:off x="347525" y="481997"/>
            <a:ext cx="9905325" cy="4528203"/>
            <a:chOff x="347525" y="481997"/>
            <a:chExt cx="9905325" cy="4528203"/>
          </a:xfrm>
        </p:grpSpPr>
        <p:grpSp>
          <p:nvGrpSpPr>
            <p:cNvPr id="477" name="Google Shape;477;p15"/>
            <p:cNvGrpSpPr/>
            <p:nvPr/>
          </p:nvGrpSpPr>
          <p:grpSpPr>
            <a:xfrm>
              <a:off x="8424050" y="481997"/>
              <a:ext cx="1828800" cy="1828800"/>
              <a:chOff x="8160150" y="2659825"/>
              <a:chExt cx="1828800" cy="1828800"/>
            </a:xfrm>
          </p:grpSpPr>
          <p:sp>
            <p:nvSpPr>
              <p:cNvPr id="478" name="Google Shape;478;p15"/>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79" name="Google Shape;479;p15"/>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80" name="Google Shape;480;p15"/>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481" name="Google Shape;481;p15"/>
            <p:cNvGrpSpPr/>
            <p:nvPr/>
          </p:nvGrpSpPr>
          <p:grpSpPr>
            <a:xfrm>
              <a:off x="347525" y="4604000"/>
              <a:ext cx="374861" cy="406200"/>
              <a:chOff x="1270750" y="4604000"/>
              <a:chExt cx="374861" cy="406200"/>
            </a:xfrm>
          </p:grpSpPr>
          <p:grpSp>
            <p:nvGrpSpPr>
              <p:cNvPr id="482" name="Google Shape;482;p15"/>
              <p:cNvGrpSpPr/>
              <p:nvPr/>
            </p:nvGrpSpPr>
            <p:grpSpPr>
              <a:xfrm>
                <a:off x="1270750" y="4604000"/>
                <a:ext cx="374861" cy="28550"/>
                <a:chOff x="1270750" y="4604000"/>
                <a:chExt cx="374861" cy="28550"/>
              </a:xfrm>
            </p:grpSpPr>
            <p:sp>
              <p:nvSpPr>
                <p:cNvPr id="483" name="Google Shape;483;p15"/>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84" name="Google Shape;484;p15"/>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85" name="Google Shape;485;p15"/>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86" name="Google Shape;486;p15"/>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87" name="Google Shape;487;p15"/>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488" name="Google Shape;488;p15"/>
              <p:cNvGrpSpPr/>
              <p:nvPr/>
            </p:nvGrpSpPr>
            <p:grpSpPr>
              <a:xfrm>
                <a:off x="1270750" y="4981650"/>
                <a:ext cx="374861" cy="28550"/>
                <a:chOff x="1270750" y="4981650"/>
                <a:chExt cx="374861" cy="28550"/>
              </a:xfrm>
            </p:grpSpPr>
            <p:sp>
              <p:nvSpPr>
                <p:cNvPr id="489" name="Google Shape;489;p1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0" name="Google Shape;490;p1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1" name="Google Shape;491;p1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2" name="Google Shape;492;p1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3" name="Google Shape;493;p1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494" name="Google Shape;494;p15"/>
              <p:cNvGrpSpPr/>
              <p:nvPr/>
            </p:nvGrpSpPr>
            <p:grpSpPr>
              <a:xfrm>
                <a:off x="1270750" y="4887238"/>
                <a:ext cx="374861" cy="28550"/>
                <a:chOff x="1270750" y="4981650"/>
                <a:chExt cx="374861" cy="28550"/>
              </a:xfrm>
            </p:grpSpPr>
            <p:sp>
              <p:nvSpPr>
                <p:cNvPr id="495" name="Google Shape;495;p1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6" name="Google Shape;496;p1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7" name="Google Shape;497;p1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8" name="Google Shape;498;p1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99" name="Google Shape;499;p1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500" name="Google Shape;500;p15"/>
              <p:cNvGrpSpPr/>
              <p:nvPr/>
            </p:nvGrpSpPr>
            <p:grpSpPr>
              <a:xfrm>
                <a:off x="1270750" y="4792825"/>
                <a:ext cx="374861" cy="28550"/>
                <a:chOff x="1270750" y="4981650"/>
                <a:chExt cx="374861" cy="28550"/>
              </a:xfrm>
            </p:grpSpPr>
            <p:sp>
              <p:nvSpPr>
                <p:cNvPr id="501" name="Google Shape;501;p1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02" name="Google Shape;502;p1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03" name="Google Shape;503;p1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04" name="Google Shape;504;p1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05" name="Google Shape;505;p1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506" name="Google Shape;506;p15"/>
              <p:cNvGrpSpPr/>
              <p:nvPr/>
            </p:nvGrpSpPr>
            <p:grpSpPr>
              <a:xfrm>
                <a:off x="1270750" y="4698413"/>
                <a:ext cx="374861" cy="28550"/>
                <a:chOff x="1270750" y="4981650"/>
                <a:chExt cx="374861" cy="28550"/>
              </a:xfrm>
            </p:grpSpPr>
            <p:sp>
              <p:nvSpPr>
                <p:cNvPr id="507" name="Google Shape;507;p1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08" name="Google Shape;508;p1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09" name="Google Shape;509;p1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10" name="Google Shape;510;p1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11" name="Google Shape;511;p1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grpSp>
        <p:nvGrpSpPr>
          <p:cNvPr id="512" name="Google Shape;512;p15"/>
          <p:cNvGrpSpPr/>
          <p:nvPr/>
        </p:nvGrpSpPr>
        <p:grpSpPr>
          <a:xfrm>
            <a:off x="0" y="0"/>
            <a:ext cx="8830250" cy="4604000"/>
            <a:chOff x="0" y="0"/>
            <a:chExt cx="8830250" cy="4604000"/>
          </a:xfrm>
        </p:grpSpPr>
        <p:sp>
          <p:nvSpPr>
            <p:cNvPr id="513" name="Google Shape;513;p15"/>
            <p:cNvSpPr/>
            <p:nvPr/>
          </p:nvSpPr>
          <p:spPr>
            <a:xfrm>
              <a:off x="0" y="0"/>
              <a:ext cx="4572000" cy="231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14" name="Google Shape;514;p15"/>
            <p:cNvSpPr/>
            <p:nvPr/>
          </p:nvSpPr>
          <p:spPr>
            <a:xfrm>
              <a:off x="8424050" y="4197800"/>
              <a:ext cx="406200" cy="406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632"/>
        <p:cNvGrpSpPr/>
        <p:nvPr/>
      </p:nvGrpSpPr>
      <p:grpSpPr>
        <a:xfrm>
          <a:off x="0" y="0"/>
          <a:ext cx="0" cy="0"/>
          <a:chOff x="0" y="0"/>
          <a:chExt cx="0" cy="0"/>
        </a:xfrm>
      </p:grpSpPr>
      <p:sp>
        <p:nvSpPr>
          <p:cNvPr id="633" name="Google Shape;633;p19"/>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34" name="Google Shape;634;p19"/>
          <p:cNvSpPr txBox="1">
            <a:spLocks noGrp="1"/>
          </p:cNvSpPr>
          <p:nvPr>
            <p:ph type="subTitle" idx="1"/>
          </p:nvPr>
        </p:nvSpPr>
        <p:spPr>
          <a:xfrm>
            <a:off x="780009" y="2735925"/>
            <a:ext cx="2300400" cy="13977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5" name="Google Shape;635;p19"/>
          <p:cNvSpPr txBox="1">
            <a:spLocks noGrp="1"/>
          </p:cNvSpPr>
          <p:nvPr>
            <p:ph type="subTitle" idx="2"/>
          </p:nvPr>
        </p:nvSpPr>
        <p:spPr>
          <a:xfrm>
            <a:off x="3421798" y="2735925"/>
            <a:ext cx="2300400" cy="13977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6" name="Google Shape;636;p19"/>
          <p:cNvSpPr txBox="1">
            <a:spLocks noGrp="1"/>
          </p:cNvSpPr>
          <p:nvPr>
            <p:ph type="subTitle" idx="3"/>
          </p:nvPr>
        </p:nvSpPr>
        <p:spPr>
          <a:xfrm>
            <a:off x="6063559" y="2735925"/>
            <a:ext cx="2300400" cy="13977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7" name="Google Shape;637;p19"/>
          <p:cNvSpPr txBox="1">
            <a:spLocks noGrp="1"/>
          </p:cNvSpPr>
          <p:nvPr>
            <p:ph type="subTitle" idx="4"/>
          </p:nvPr>
        </p:nvSpPr>
        <p:spPr>
          <a:xfrm>
            <a:off x="3421802" y="2402300"/>
            <a:ext cx="23004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sp>
        <p:nvSpPr>
          <p:cNvPr id="638" name="Google Shape;638;p19"/>
          <p:cNvSpPr txBox="1">
            <a:spLocks noGrp="1"/>
          </p:cNvSpPr>
          <p:nvPr>
            <p:ph type="subTitle" idx="5"/>
          </p:nvPr>
        </p:nvSpPr>
        <p:spPr>
          <a:xfrm>
            <a:off x="6063591" y="2402300"/>
            <a:ext cx="23004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sp>
        <p:nvSpPr>
          <p:cNvPr id="639" name="Google Shape;639;p19"/>
          <p:cNvSpPr txBox="1">
            <a:spLocks noGrp="1"/>
          </p:cNvSpPr>
          <p:nvPr>
            <p:ph type="subTitle" idx="6"/>
          </p:nvPr>
        </p:nvSpPr>
        <p:spPr>
          <a:xfrm>
            <a:off x="780009" y="2402300"/>
            <a:ext cx="23004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Krona One"/>
              <a:buNone/>
              <a:defRPr sz="1800" b="1">
                <a:latin typeface="Krona One"/>
                <a:ea typeface="Krona One"/>
                <a:cs typeface="Krona One"/>
                <a:sym typeface="Krona One"/>
              </a:defRPr>
            </a:lvl1pPr>
            <a:lvl2pPr lvl="1" algn="ctr" rtl="0">
              <a:spcBef>
                <a:spcPts val="0"/>
              </a:spcBef>
              <a:spcAft>
                <a:spcPts val="0"/>
              </a:spcAft>
              <a:buSzPts val="1200"/>
              <a:buFont typeface="Krona One"/>
              <a:buNone/>
              <a:defRPr b="1">
                <a:latin typeface="Krona One"/>
                <a:ea typeface="Krona One"/>
                <a:cs typeface="Krona One"/>
                <a:sym typeface="Krona One"/>
              </a:defRPr>
            </a:lvl2pPr>
            <a:lvl3pPr lvl="2" algn="ctr" rtl="0">
              <a:spcBef>
                <a:spcPts val="0"/>
              </a:spcBef>
              <a:spcAft>
                <a:spcPts val="0"/>
              </a:spcAft>
              <a:buSzPts val="1200"/>
              <a:buFont typeface="Krona One"/>
              <a:buNone/>
              <a:defRPr b="1">
                <a:latin typeface="Krona One"/>
                <a:ea typeface="Krona One"/>
                <a:cs typeface="Krona One"/>
                <a:sym typeface="Krona One"/>
              </a:defRPr>
            </a:lvl3pPr>
            <a:lvl4pPr lvl="3" algn="ctr" rtl="0">
              <a:spcBef>
                <a:spcPts val="0"/>
              </a:spcBef>
              <a:spcAft>
                <a:spcPts val="0"/>
              </a:spcAft>
              <a:buSzPts val="1200"/>
              <a:buFont typeface="Krona One"/>
              <a:buNone/>
              <a:defRPr b="1">
                <a:latin typeface="Krona One"/>
                <a:ea typeface="Krona One"/>
                <a:cs typeface="Krona One"/>
                <a:sym typeface="Krona One"/>
              </a:defRPr>
            </a:lvl4pPr>
            <a:lvl5pPr lvl="4" algn="ctr" rtl="0">
              <a:spcBef>
                <a:spcPts val="0"/>
              </a:spcBef>
              <a:spcAft>
                <a:spcPts val="0"/>
              </a:spcAft>
              <a:buSzPts val="1200"/>
              <a:buFont typeface="Krona One"/>
              <a:buNone/>
              <a:defRPr b="1">
                <a:latin typeface="Krona One"/>
                <a:ea typeface="Krona One"/>
                <a:cs typeface="Krona One"/>
                <a:sym typeface="Krona One"/>
              </a:defRPr>
            </a:lvl5pPr>
            <a:lvl6pPr lvl="5" algn="ctr" rtl="0">
              <a:spcBef>
                <a:spcPts val="0"/>
              </a:spcBef>
              <a:spcAft>
                <a:spcPts val="0"/>
              </a:spcAft>
              <a:buSzPts val="1200"/>
              <a:buFont typeface="Krona One"/>
              <a:buNone/>
              <a:defRPr b="1">
                <a:latin typeface="Krona One"/>
                <a:ea typeface="Krona One"/>
                <a:cs typeface="Krona One"/>
                <a:sym typeface="Krona One"/>
              </a:defRPr>
            </a:lvl6pPr>
            <a:lvl7pPr lvl="6" algn="ctr" rtl="0">
              <a:spcBef>
                <a:spcPts val="0"/>
              </a:spcBef>
              <a:spcAft>
                <a:spcPts val="0"/>
              </a:spcAft>
              <a:buSzPts val="1200"/>
              <a:buFont typeface="Krona One"/>
              <a:buNone/>
              <a:defRPr b="1">
                <a:latin typeface="Krona One"/>
                <a:ea typeface="Krona One"/>
                <a:cs typeface="Krona One"/>
                <a:sym typeface="Krona One"/>
              </a:defRPr>
            </a:lvl7pPr>
            <a:lvl8pPr lvl="7" algn="ctr" rtl="0">
              <a:spcBef>
                <a:spcPts val="0"/>
              </a:spcBef>
              <a:spcAft>
                <a:spcPts val="0"/>
              </a:spcAft>
              <a:buSzPts val="1200"/>
              <a:buFont typeface="Krona One"/>
              <a:buNone/>
              <a:defRPr b="1">
                <a:latin typeface="Krona One"/>
                <a:ea typeface="Krona One"/>
                <a:cs typeface="Krona One"/>
                <a:sym typeface="Krona One"/>
              </a:defRPr>
            </a:lvl8pPr>
            <a:lvl9pPr lvl="8" algn="ctr" rtl="0">
              <a:spcBef>
                <a:spcPts val="0"/>
              </a:spcBef>
              <a:spcAft>
                <a:spcPts val="0"/>
              </a:spcAft>
              <a:buSzPts val="1200"/>
              <a:buFont typeface="Krona One"/>
              <a:buNone/>
              <a:defRPr b="1">
                <a:latin typeface="Krona One"/>
                <a:ea typeface="Krona One"/>
                <a:cs typeface="Krona One"/>
                <a:sym typeface="Krona One"/>
              </a:defRPr>
            </a:lvl9pPr>
          </a:lstStyle>
          <a:p>
            <a:endParaRPr/>
          </a:p>
        </p:txBody>
      </p:sp>
      <p:grpSp>
        <p:nvGrpSpPr>
          <p:cNvPr id="640" name="Google Shape;640;p19"/>
          <p:cNvGrpSpPr/>
          <p:nvPr/>
        </p:nvGrpSpPr>
        <p:grpSpPr>
          <a:xfrm>
            <a:off x="347525" y="2520375"/>
            <a:ext cx="9903125" cy="2489825"/>
            <a:chOff x="347525" y="2520375"/>
            <a:chExt cx="9903125" cy="2489825"/>
          </a:xfrm>
        </p:grpSpPr>
        <p:grpSp>
          <p:nvGrpSpPr>
            <p:cNvPr id="641" name="Google Shape;641;p19"/>
            <p:cNvGrpSpPr/>
            <p:nvPr/>
          </p:nvGrpSpPr>
          <p:grpSpPr>
            <a:xfrm>
              <a:off x="8421850" y="2520375"/>
              <a:ext cx="1828800" cy="1828800"/>
              <a:chOff x="8160150" y="2659825"/>
              <a:chExt cx="1828800" cy="1828800"/>
            </a:xfrm>
          </p:grpSpPr>
          <p:sp>
            <p:nvSpPr>
              <p:cNvPr id="642" name="Google Shape;642;p19"/>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43" name="Google Shape;643;p19"/>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44" name="Google Shape;644;p19"/>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645" name="Google Shape;645;p19"/>
            <p:cNvGrpSpPr/>
            <p:nvPr/>
          </p:nvGrpSpPr>
          <p:grpSpPr>
            <a:xfrm>
              <a:off x="347525" y="4604000"/>
              <a:ext cx="374861" cy="406200"/>
              <a:chOff x="1270750" y="4604000"/>
              <a:chExt cx="374861" cy="406200"/>
            </a:xfrm>
          </p:grpSpPr>
          <p:grpSp>
            <p:nvGrpSpPr>
              <p:cNvPr id="646" name="Google Shape;646;p19"/>
              <p:cNvGrpSpPr/>
              <p:nvPr/>
            </p:nvGrpSpPr>
            <p:grpSpPr>
              <a:xfrm>
                <a:off x="1270750" y="4604000"/>
                <a:ext cx="374861" cy="28550"/>
                <a:chOff x="1270750" y="4604000"/>
                <a:chExt cx="374861" cy="28550"/>
              </a:xfrm>
            </p:grpSpPr>
            <p:sp>
              <p:nvSpPr>
                <p:cNvPr id="647" name="Google Shape;647;p19"/>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48" name="Google Shape;648;p19"/>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49" name="Google Shape;649;p19"/>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50" name="Google Shape;650;p19"/>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51" name="Google Shape;651;p19"/>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652" name="Google Shape;652;p19"/>
              <p:cNvGrpSpPr/>
              <p:nvPr/>
            </p:nvGrpSpPr>
            <p:grpSpPr>
              <a:xfrm>
                <a:off x="1270750" y="4981650"/>
                <a:ext cx="374861" cy="28550"/>
                <a:chOff x="1270750" y="4981650"/>
                <a:chExt cx="374861" cy="28550"/>
              </a:xfrm>
            </p:grpSpPr>
            <p:sp>
              <p:nvSpPr>
                <p:cNvPr id="653" name="Google Shape;653;p19"/>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54" name="Google Shape;654;p19"/>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55" name="Google Shape;655;p19"/>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56" name="Google Shape;656;p19"/>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57" name="Google Shape;657;p19"/>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658" name="Google Shape;658;p19"/>
              <p:cNvGrpSpPr/>
              <p:nvPr/>
            </p:nvGrpSpPr>
            <p:grpSpPr>
              <a:xfrm>
                <a:off x="1270750" y="4887238"/>
                <a:ext cx="374861" cy="28550"/>
                <a:chOff x="1270750" y="4981650"/>
                <a:chExt cx="374861" cy="28550"/>
              </a:xfrm>
            </p:grpSpPr>
            <p:sp>
              <p:nvSpPr>
                <p:cNvPr id="659" name="Google Shape;659;p19"/>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0" name="Google Shape;660;p19"/>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1" name="Google Shape;661;p19"/>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2" name="Google Shape;662;p19"/>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3" name="Google Shape;663;p19"/>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664" name="Google Shape;664;p19"/>
              <p:cNvGrpSpPr/>
              <p:nvPr/>
            </p:nvGrpSpPr>
            <p:grpSpPr>
              <a:xfrm>
                <a:off x="1270750" y="4792825"/>
                <a:ext cx="374861" cy="28550"/>
                <a:chOff x="1270750" y="4981650"/>
                <a:chExt cx="374861" cy="28550"/>
              </a:xfrm>
            </p:grpSpPr>
            <p:sp>
              <p:nvSpPr>
                <p:cNvPr id="665" name="Google Shape;665;p19"/>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6" name="Google Shape;666;p19"/>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7" name="Google Shape;667;p19"/>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8" name="Google Shape;668;p19"/>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69" name="Google Shape;669;p19"/>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670" name="Google Shape;670;p19"/>
              <p:cNvGrpSpPr/>
              <p:nvPr/>
            </p:nvGrpSpPr>
            <p:grpSpPr>
              <a:xfrm>
                <a:off x="1270750" y="4698413"/>
                <a:ext cx="374861" cy="28550"/>
                <a:chOff x="1270750" y="4981650"/>
                <a:chExt cx="374861" cy="28550"/>
              </a:xfrm>
            </p:grpSpPr>
            <p:sp>
              <p:nvSpPr>
                <p:cNvPr id="671" name="Google Shape;671;p19"/>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72" name="Google Shape;672;p19"/>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73" name="Google Shape;673;p19"/>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74" name="Google Shape;674;p19"/>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675" name="Google Shape;675;p19"/>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sp>
        <p:nvSpPr>
          <p:cNvPr id="676" name="Google Shape;676;p19"/>
          <p:cNvSpPr/>
          <p:nvPr/>
        </p:nvSpPr>
        <p:spPr>
          <a:xfrm>
            <a:off x="4572000" y="0"/>
            <a:ext cx="4572000" cy="231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2">
    <p:spTree>
      <p:nvGrpSpPr>
        <p:cNvPr id="1" name="Shape 818"/>
        <p:cNvGrpSpPr/>
        <p:nvPr/>
      </p:nvGrpSpPr>
      <p:grpSpPr>
        <a:xfrm>
          <a:off x="0" y="0"/>
          <a:ext cx="0" cy="0"/>
          <a:chOff x="0" y="0"/>
          <a:chExt cx="0" cy="0"/>
        </a:xfrm>
      </p:grpSpPr>
      <p:grpSp>
        <p:nvGrpSpPr>
          <p:cNvPr id="819" name="Google Shape;819;p23"/>
          <p:cNvGrpSpPr/>
          <p:nvPr/>
        </p:nvGrpSpPr>
        <p:grpSpPr>
          <a:xfrm>
            <a:off x="316175" y="0"/>
            <a:ext cx="8827825" cy="5010200"/>
            <a:chOff x="316175" y="0"/>
            <a:chExt cx="8827825" cy="5010200"/>
          </a:xfrm>
        </p:grpSpPr>
        <p:sp>
          <p:nvSpPr>
            <p:cNvPr id="820" name="Google Shape;820;p23"/>
            <p:cNvSpPr/>
            <p:nvPr/>
          </p:nvSpPr>
          <p:spPr>
            <a:xfrm>
              <a:off x="4572000" y="0"/>
              <a:ext cx="4572000" cy="231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21" name="Google Shape;821;p23"/>
            <p:cNvSpPr/>
            <p:nvPr/>
          </p:nvSpPr>
          <p:spPr>
            <a:xfrm>
              <a:off x="316175" y="4604000"/>
              <a:ext cx="406200" cy="4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
        <p:nvSpPr>
          <p:cNvPr id="822" name="Google Shape;822;p23"/>
          <p:cNvSpPr txBox="1">
            <a:spLocks noGrp="1"/>
          </p:cNvSpPr>
          <p:nvPr>
            <p:ph type="ctrTitle"/>
          </p:nvPr>
        </p:nvSpPr>
        <p:spPr>
          <a:xfrm>
            <a:off x="3318038" y="1165862"/>
            <a:ext cx="3365400" cy="870600"/>
          </a:xfrm>
          <a:prstGeom prst="rect">
            <a:avLst/>
          </a:prstGeom>
        </p:spPr>
        <p:txBody>
          <a:bodyPr spcFirstLastPara="1" wrap="square" lIns="91425" tIns="91425" rIns="91425" bIns="91425" anchor="b" anchorCtr="0">
            <a:noAutofit/>
          </a:bodyPr>
          <a:lstStyle>
            <a:lvl1pPr lvl="0" rtl="0">
              <a:spcBef>
                <a:spcPts val="0"/>
              </a:spcBef>
              <a:spcAft>
                <a:spcPts val="0"/>
              </a:spcAft>
              <a:buSzPts val="5200"/>
              <a:buNone/>
              <a:defRPr sz="46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823" name="Google Shape;823;p23"/>
          <p:cNvSpPr txBox="1">
            <a:spLocks noGrp="1"/>
          </p:cNvSpPr>
          <p:nvPr>
            <p:ph type="subTitle" idx="1"/>
          </p:nvPr>
        </p:nvSpPr>
        <p:spPr>
          <a:xfrm>
            <a:off x="3318038" y="1899087"/>
            <a:ext cx="3365400" cy="113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5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824" name="Google Shape;824;p23"/>
          <p:cNvGrpSpPr/>
          <p:nvPr/>
        </p:nvGrpSpPr>
        <p:grpSpPr>
          <a:xfrm>
            <a:off x="347525" y="539500"/>
            <a:ext cx="7568150" cy="5889550"/>
            <a:chOff x="347525" y="539500"/>
            <a:chExt cx="7568150" cy="5889550"/>
          </a:xfrm>
        </p:grpSpPr>
        <p:grpSp>
          <p:nvGrpSpPr>
            <p:cNvPr id="825" name="Google Shape;825;p23"/>
            <p:cNvGrpSpPr/>
            <p:nvPr/>
          </p:nvGrpSpPr>
          <p:grpSpPr>
            <a:xfrm>
              <a:off x="347525" y="539500"/>
              <a:ext cx="374861" cy="406200"/>
              <a:chOff x="1270750" y="4604000"/>
              <a:chExt cx="374861" cy="406200"/>
            </a:xfrm>
          </p:grpSpPr>
          <p:grpSp>
            <p:nvGrpSpPr>
              <p:cNvPr id="826" name="Google Shape;826;p23"/>
              <p:cNvGrpSpPr/>
              <p:nvPr/>
            </p:nvGrpSpPr>
            <p:grpSpPr>
              <a:xfrm>
                <a:off x="1270750" y="4604000"/>
                <a:ext cx="374861" cy="28550"/>
                <a:chOff x="1270750" y="4604000"/>
                <a:chExt cx="374861" cy="28550"/>
              </a:xfrm>
            </p:grpSpPr>
            <p:sp>
              <p:nvSpPr>
                <p:cNvPr id="827" name="Google Shape;827;p23"/>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28" name="Google Shape;828;p23"/>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29" name="Google Shape;829;p23"/>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30" name="Google Shape;830;p23"/>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31" name="Google Shape;831;p23"/>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32" name="Google Shape;832;p23"/>
              <p:cNvGrpSpPr/>
              <p:nvPr/>
            </p:nvGrpSpPr>
            <p:grpSpPr>
              <a:xfrm>
                <a:off x="1270750" y="4981650"/>
                <a:ext cx="374861" cy="28550"/>
                <a:chOff x="1270750" y="4981650"/>
                <a:chExt cx="374861" cy="28550"/>
              </a:xfrm>
            </p:grpSpPr>
            <p:sp>
              <p:nvSpPr>
                <p:cNvPr id="833" name="Google Shape;833;p2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34" name="Google Shape;834;p2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35" name="Google Shape;835;p2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36" name="Google Shape;836;p2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37" name="Google Shape;837;p2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38" name="Google Shape;838;p23"/>
              <p:cNvGrpSpPr/>
              <p:nvPr/>
            </p:nvGrpSpPr>
            <p:grpSpPr>
              <a:xfrm>
                <a:off x="1270750" y="4887238"/>
                <a:ext cx="374861" cy="28550"/>
                <a:chOff x="1270750" y="4981650"/>
                <a:chExt cx="374861" cy="28550"/>
              </a:xfrm>
            </p:grpSpPr>
            <p:sp>
              <p:nvSpPr>
                <p:cNvPr id="839" name="Google Shape;839;p2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0" name="Google Shape;840;p2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1" name="Google Shape;841;p2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2" name="Google Shape;842;p2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3" name="Google Shape;843;p2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44" name="Google Shape;844;p23"/>
              <p:cNvGrpSpPr/>
              <p:nvPr/>
            </p:nvGrpSpPr>
            <p:grpSpPr>
              <a:xfrm>
                <a:off x="1270750" y="4792825"/>
                <a:ext cx="374861" cy="28550"/>
                <a:chOff x="1270750" y="4981650"/>
                <a:chExt cx="374861" cy="28550"/>
              </a:xfrm>
            </p:grpSpPr>
            <p:sp>
              <p:nvSpPr>
                <p:cNvPr id="845" name="Google Shape;845;p2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6" name="Google Shape;846;p2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7" name="Google Shape;847;p2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8" name="Google Shape;848;p2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49" name="Google Shape;849;p2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50" name="Google Shape;850;p23"/>
              <p:cNvGrpSpPr/>
              <p:nvPr/>
            </p:nvGrpSpPr>
            <p:grpSpPr>
              <a:xfrm>
                <a:off x="1270750" y="4698413"/>
                <a:ext cx="374861" cy="28550"/>
                <a:chOff x="1270750" y="4981650"/>
                <a:chExt cx="374861" cy="28550"/>
              </a:xfrm>
            </p:grpSpPr>
            <p:sp>
              <p:nvSpPr>
                <p:cNvPr id="851" name="Google Shape;851;p23"/>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52" name="Google Shape;852;p23"/>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53" name="Google Shape;853;p23"/>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54" name="Google Shape;854;p23"/>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55" name="Google Shape;855;p23"/>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nvGrpSpPr>
            <p:cNvPr id="856" name="Google Shape;856;p23"/>
            <p:cNvGrpSpPr/>
            <p:nvPr/>
          </p:nvGrpSpPr>
          <p:grpSpPr>
            <a:xfrm>
              <a:off x="6086875" y="4600250"/>
              <a:ext cx="1828800" cy="1828800"/>
              <a:chOff x="8160150" y="2659825"/>
              <a:chExt cx="1828800" cy="1828800"/>
            </a:xfrm>
          </p:grpSpPr>
          <p:sp>
            <p:nvSpPr>
              <p:cNvPr id="857" name="Google Shape;857;p23"/>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58" name="Google Shape;858;p23"/>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59" name="Google Shape;859;p23"/>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sp>
        <p:nvSpPr>
          <p:cNvPr id="860" name="Google Shape;860;p23"/>
          <p:cNvSpPr txBox="1"/>
          <p:nvPr/>
        </p:nvSpPr>
        <p:spPr>
          <a:xfrm>
            <a:off x="3318171" y="3010542"/>
            <a:ext cx="3365100" cy="615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chemeClr val="dk1"/>
                </a:solidFill>
                <a:latin typeface="Montserrat"/>
                <a:ea typeface="Montserrat"/>
                <a:cs typeface="Montserrat"/>
                <a:sym typeface="Montserrat"/>
              </a:rPr>
              <a:t>CREDITS: This presentation template was created by </a:t>
            </a:r>
            <a:r>
              <a:rPr lang="en" sz="1000" b="1" u="sng">
                <a:solidFill>
                  <a:schemeClr val="dk1"/>
                </a:solid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000">
                <a:solidFill>
                  <a:schemeClr val="dk1"/>
                </a:solidFill>
                <a:latin typeface="Montserrat"/>
                <a:ea typeface="Montserrat"/>
                <a:cs typeface="Montserrat"/>
                <a:sym typeface="Montserrat"/>
              </a:rPr>
              <a:t>, including icons by </a:t>
            </a:r>
            <a:r>
              <a:rPr lang="en" sz="1000" b="1" u="sng">
                <a:solidFill>
                  <a:schemeClr val="dk1"/>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000" b="1">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and infographics &amp; images by </a:t>
            </a:r>
            <a:r>
              <a:rPr lang="en" sz="1000" b="1" u="sng">
                <a:solidFill>
                  <a:schemeClr val="dk1"/>
                </a:solid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000" b="1" u="sng">
              <a:solidFill>
                <a:schemeClr val="dk1"/>
              </a:solidFill>
              <a:latin typeface="Montserrat"/>
              <a:ea typeface="Montserrat"/>
              <a:cs typeface="Montserrat"/>
              <a:sym typeface="Montserra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86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7_1">
    <p:spTree>
      <p:nvGrpSpPr>
        <p:cNvPr id="1" name="Shape 862"/>
        <p:cNvGrpSpPr/>
        <p:nvPr/>
      </p:nvGrpSpPr>
      <p:grpSpPr>
        <a:xfrm>
          <a:off x="0" y="0"/>
          <a:ext cx="0" cy="0"/>
          <a:chOff x="0" y="0"/>
          <a:chExt cx="0" cy="0"/>
        </a:xfrm>
      </p:grpSpPr>
      <p:grpSp>
        <p:nvGrpSpPr>
          <p:cNvPr id="863" name="Google Shape;863;p25"/>
          <p:cNvGrpSpPr/>
          <p:nvPr/>
        </p:nvGrpSpPr>
        <p:grpSpPr>
          <a:xfrm>
            <a:off x="1278250" y="539500"/>
            <a:ext cx="7518236" cy="5889550"/>
            <a:chOff x="1278250" y="539500"/>
            <a:chExt cx="7518236" cy="5889550"/>
          </a:xfrm>
        </p:grpSpPr>
        <p:grpSp>
          <p:nvGrpSpPr>
            <p:cNvPr id="864" name="Google Shape;864;p25"/>
            <p:cNvGrpSpPr/>
            <p:nvPr/>
          </p:nvGrpSpPr>
          <p:grpSpPr>
            <a:xfrm>
              <a:off x="8421625" y="539500"/>
              <a:ext cx="374861" cy="406200"/>
              <a:chOff x="1270750" y="4604000"/>
              <a:chExt cx="374861" cy="406200"/>
            </a:xfrm>
          </p:grpSpPr>
          <p:grpSp>
            <p:nvGrpSpPr>
              <p:cNvPr id="865" name="Google Shape;865;p25"/>
              <p:cNvGrpSpPr/>
              <p:nvPr/>
            </p:nvGrpSpPr>
            <p:grpSpPr>
              <a:xfrm>
                <a:off x="1270750" y="4604000"/>
                <a:ext cx="374861" cy="28550"/>
                <a:chOff x="1270750" y="4604000"/>
                <a:chExt cx="374861" cy="28550"/>
              </a:xfrm>
            </p:grpSpPr>
            <p:sp>
              <p:nvSpPr>
                <p:cNvPr id="866" name="Google Shape;866;p25"/>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67" name="Google Shape;867;p25"/>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68" name="Google Shape;868;p25"/>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69" name="Google Shape;869;p25"/>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70" name="Google Shape;870;p25"/>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71" name="Google Shape;871;p25"/>
              <p:cNvGrpSpPr/>
              <p:nvPr/>
            </p:nvGrpSpPr>
            <p:grpSpPr>
              <a:xfrm>
                <a:off x="1270750" y="4981650"/>
                <a:ext cx="374861" cy="28550"/>
                <a:chOff x="1270750" y="4981650"/>
                <a:chExt cx="374861" cy="28550"/>
              </a:xfrm>
            </p:grpSpPr>
            <p:sp>
              <p:nvSpPr>
                <p:cNvPr id="872" name="Google Shape;872;p2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73" name="Google Shape;873;p2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74" name="Google Shape;874;p2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75" name="Google Shape;875;p2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76" name="Google Shape;876;p2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77" name="Google Shape;877;p25"/>
              <p:cNvGrpSpPr/>
              <p:nvPr/>
            </p:nvGrpSpPr>
            <p:grpSpPr>
              <a:xfrm>
                <a:off x="1270750" y="4887238"/>
                <a:ext cx="374861" cy="28550"/>
                <a:chOff x="1270750" y="4981650"/>
                <a:chExt cx="374861" cy="28550"/>
              </a:xfrm>
            </p:grpSpPr>
            <p:sp>
              <p:nvSpPr>
                <p:cNvPr id="878" name="Google Shape;878;p2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79" name="Google Shape;879;p2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80" name="Google Shape;880;p2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81" name="Google Shape;881;p2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82" name="Google Shape;882;p2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83" name="Google Shape;883;p25"/>
              <p:cNvGrpSpPr/>
              <p:nvPr/>
            </p:nvGrpSpPr>
            <p:grpSpPr>
              <a:xfrm>
                <a:off x="1270750" y="4792825"/>
                <a:ext cx="374861" cy="28550"/>
                <a:chOff x="1270750" y="4981650"/>
                <a:chExt cx="374861" cy="28550"/>
              </a:xfrm>
            </p:grpSpPr>
            <p:sp>
              <p:nvSpPr>
                <p:cNvPr id="884" name="Google Shape;884;p2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85" name="Google Shape;885;p2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86" name="Google Shape;886;p2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87" name="Google Shape;887;p2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88" name="Google Shape;888;p2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889" name="Google Shape;889;p25"/>
              <p:cNvGrpSpPr/>
              <p:nvPr/>
            </p:nvGrpSpPr>
            <p:grpSpPr>
              <a:xfrm>
                <a:off x="1270750" y="4698413"/>
                <a:ext cx="374861" cy="28550"/>
                <a:chOff x="1270750" y="4981650"/>
                <a:chExt cx="374861" cy="28550"/>
              </a:xfrm>
            </p:grpSpPr>
            <p:sp>
              <p:nvSpPr>
                <p:cNvPr id="890" name="Google Shape;890;p25"/>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91" name="Google Shape;891;p25"/>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92" name="Google Shape;892;p25"/>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93" name="Google Shape;893;p25"/>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94" name="Google Shape;894;p25"/>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nvGrpSpPr>
            <p:cNvPr id="895" name="Google Shape;895;p25"/>
            <p:cNvGrpSpPr/>
            <p:nvPr/>
          </p:nvGrpSpPr>
          <p:grpSpPr>
            <a:xfrm>
              <a:off x="1278250" y="4600250"/>
              <a:ext cx="1828800" cy="1828800"/>
              <a:chOff x="8160150" y="2659825"/>
              <a:chExt cx="1828800" cy="1828800"/>
            </a:xfrm>
          </p:grpSpPr>
          <p:sp>
            <p:nvSpPr>
              <p:cNvPr id="896" name="Google Shape;896;p25"/>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97" name="Google Shape;897;p25"/>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898" name="Google Shape;898;p25"/>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nvGrpSpPr>
          <p:cNvPr id="899" name="Google Shape;899;p25"/>
          <p:cNvGrpSpPr/>
          <p:nvPr/>
        </p:nvGrpSpPr>
        <p:grpSpPr>
          <a:xfrm>
            <a:off x="0" y="0"/>
            <a:ext cx="8827825" cy="5010200"/>
            <a:chOff x="0" y="0"/>
            <a:chExt cx="8827825" cy="5010200"/>
          </a:xfrm>
        </p:grpSpPr>
        <p:sp>
          <p:nvSpPr>
            <p:cNvPr id="900" name="Google Shape;900;p25"/>
            <p:cNvSpPr/>
            <p:nvPr/>
          </p:nvSpPr>
          <p:spPr>
            <a:xfrm>
              <a:off x="0" y="0"/>
              <a:ext cx="4572000" cy="231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01" name="Google Shape;901;p25"/>
            <p:cNvSpPr/>
            <p:nvPr/>
          </p:nvSpPr>
          <p:spPr>
            <a:xfrm>
              <a:off x="8421625" y="4604000"/>
              <a:ext cx="406200" cy="4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7_1_1">
    <p:spTree>
      <p:nvGrpSpPr>
        <p:cNvPr id="1" name="Shape 902"/>
        <p:cNvGrpSpPr/>
        <p:nvPr/>
      </p:nvGrpSpPr>
      <p:grpSpPr>
        <a:xfrm>
          <a:off x="0" y="0"/>
          <a:ext cx="0" cy="0"/>
          <a:chOff x="0" y="0"/>
          <a:chExt cx="0" cy="0"/>
        </a:xfrm>
      </p:grpSpPr>
      <p:grpSp>
        <p:nvGrpSpPr>
          <p:cNvPr id="903" name="Google Shape;903;p26"/>
          <p:cNvGrpSpPr/>
          <p:nvPr/>
        </p:nvGrpSpPr>
        <p:grpSpPr>
          <a:xfrm>
            <a:off x="-1151825" y="539500"/>
            <a:ext cx="1874211" cy="3914575"/>
            <a:chOff x="-1151825" y="539500"/>
            <a:chExt cx="1874211" cy="3914575"/>
          </a:xfrm>
        </p:grpSpPr>
        <p:grpSp>
          <p:nvGrpSpPr>
            <p:cNvPr id="904" name="Google Shape;904;p26"/>
            <p:cNvGrpSpPr/>
            <p:nvPr/>
          </p:nvGrpSpPr>
          <p:grpSpPr>
            <a:xfrm>
              <a:off x="347525" y="539500"/>
              <a:ext cx="374861" cy="406200"/>
              <a:chOff x="1270750" y="4604000"/>
              <a:chExt cx="374861" cy="406200"/>
            </a:xfrm>
          </p:grpSpPr>
          <p:grpSp>
            <p:nvGrpSpPr>
              <p:cNvPr id="905" name="Google Shape;905;p26"/>
              <p:cNvGrpSpPr/>
              <p:nvPr/>
            </p:nvGrpSpPr>
            <p:grpSpPr>
              <a:xfrm>
                <a:off x="1270750" y="4604000"/>
                <a:ext cx="374861" cy="28550"/>
                <a:chOff x="1270750" y="4604000"/>
                <a:chExt cx="374861" cy="28550"/>
              </a:xfrm>
            </p:grpSpPr>
            <p:sp>
              <p:nvSpPr>
                <p:cNvPr id="906" name="Google Shape;906;p26"/>
                <p:cNvSpPr/>
                <p:nvPr/>
              </p:nvSpPr>
              <p:spPr>
                <a:xfrm>
                  <a:off x="1270750" y="46040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07" name="Google Shape;907;p26"/>
                <p:cNvSpPr/>
                <p:nvPr/>
              </p:nvSpPr>
              <p:spPr>
                <a:xfrm>
                  <a:off x="1357376"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08" name="Google Shape;908;p26"/>
                <p:cNvSpPr/>
                <p:nvPr/>
              </p:nvSpPr>
              <p:spPr>
                <a:xfrm>
                  <a:off x="1444451" y="460455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09" name="Google Shape;909;p26"/>
                <p:cNvSpPr/>
                <p:nvPr/>
              </p:nvSpPr>
              <p:spPr>
                <a:xfrm>
                  <a:off x="1530535"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10" name="Google Shape;910;p26"/>
                <p:cNvSpPr/>
                <p:nvPr/>
              </p:nvSpPr>
              <p:spPr>
                <a:xfrm>
                  <a:off x="1617111" y="46040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911" name="Google Shape;911;p26"/>
              <p:cNvGrpSpPr/>
              <p:nvPr/>
            </p:nvGrpSpPr>
            <p:grpSpPr>
              <a:xfrm>
                <a:off x="1270750" y="4981650"/>
                <a:ext cx="374861" cy="28550"/>
                <a:chOff x="1270750" y="4981650"/>
                <a:chExt cx="374861" cy="28550"/>
              </a:xfrm>
            </p:grpSpPr>
            <p:sp>
              <p:nvSpPr>
                <p:cNvPr id="912" name="Google Shape;912;p26"/>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13" name="Google Shape;913;p26"/>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14" name="Google Shape;914;p26"/>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15" name="Google Shape;915;p26"/>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16" name="Google Shape;916;p26"/>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917" name="Google Shape;917;p26"/>
              <p:cNvGrpSpPr/>
              <p:nvPr/>
            </p:nvGrpSpPr>
            <p:grpSpPr>
              <a:xfrm>
                <a:off x="1270750" y="4887238"/>
                <a:ext cx="374861" cy="28550"/>
                <a:chOff x="1270750" y="4981650"/>
                <a:chExt cx="374861" cy="28550"/>
              </a:xfrm>
            </p:grpSpPr>
            <p:sp>
              <p:nvSpPr>
                <p:cNvPr id="918" name="Google Shape;918;p26"/>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19" name="Google Shape;919;p26"/>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20" name="Google Shape;920;p26"/>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21" name="Google Shape;921;p26"/>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22" name="Google Shape;922;p26"/>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923" name="Google Shape;923;p26"/>
              <p:cNvGrpSpPr/>
              <p:nvPr/>
            </p:nvGrpSpPr>
            <p:grpSpPr>
              <a:xfrm>
                <a:off x="1270750" y="4792825"/>
                <a:ext cx="374861" cy="28550"/>
                <a:chOff x="1270750" y="4981650"/>
                <a:chExt cx="374861" cy="28550"/>
              </a:xfrm>
            </p:grpSpPr>
            <p:sp>
              <p:nvSpPr>
                <p:cNvPr id="924" name="Google Shape;924;p26"/>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25" name="Google Shape;925;p26"/>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26" name="Google Shape;926;p26"/>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27" name="Google Shape;927;p26"/>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28" name="Google Shape;928;p26"/>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nvGrpSpPr>
              <p:cNvPr id="929" name="Google Shape;929;p26"/>
              <p:cNvGrpSpPr/>
              <p:nvPr/>
            </p:nvGrpSpPr>
            <p:grpSpPr>
              <a:xfrm>
                <a:off x="1270750" y="4698413"/>
                <a:ext cx="374861" cy="28550"/>
                <a:chOff x="1270750" y="4981650"/>
                <a:chExt cx="374861" cy="28550"/>
              </a:xfrm>
            </p:grpSpPr>
            <p:sp>
              <p:nvSpPr>
                <p:cNvPr id="930" name="Google Shape;930;p26"/>
                <p:cNvSpPr/>
                <p:nvPr/>
              </p:nvSpPr>
              <p:spPr>
                <a:xfrm>
                  <a:off x="1270750" y="498165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31" name="Google Shape;931;p26"/>
                <p:cNvSpPr/>
                <p:nvPr/>
              </p:nvSpPr>
              <p:spPr>
                <a:xfrm>
                  <a:off x="1357376"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32" name="Google Shape;932;p26"/>
                <p:cNvSpPr/>
                <p:nvPr/>
              </p:nvSpPr>
              <p:spPr>
                <a:xfrm>
                  <a:off x="1444451" y="4982200"/>
                  <a:ext cx="27600" cy="276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33" name="Google Shape;933;p26"/>
                <p:cNvSpPr/>
                <p:nvPr/>
              </p:nvSpPr>
              <p:spPr>
                <a:xfrm>
                  <a:off x="1530535"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34" name="Google Shape;934;p26"/>
                <p:cNvSpPr/>
                <p:nvPr/>
              </p:nvSpPr>
              <p:spPr>
                <a:xfrm>
                  <a:off x="1617111" y="4981700"/>
                  <a:ext cx="28500" cy="28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nvGrpSpPr>
            <p:cNvPr id="935" name="Google Shape;935;p26"/>
            <p:cNvGrpSpPr/>
            <p:nvPr/>
          </p:nvGrpSpPr>
          <p:grpSpPr>
            <a:xfrm>
              <a:off x="-1151825" y="2625275"/>
              <a:ext cx="1828800" cy="1828800"/>
              <a:chOff x="8160150" y="2659825"/>
              <a:chExt cx="1828800" cy="1828800"/>
            </a:xfrm>
          </p:grpSpPr>
          <p:sp>
            <p:nvSpPr>
              <p:cNvPr id="936" name="Google Shape;936;p26"/>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37" name="Google Shape;937;p26"/>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38" name="Google Shape;938;p26"/>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grpSp>
      <p:grpSp>
        <p:nvGrpSpPr>
          <p:cNvPr id="939" name="Google Shape;939;p26"/>
          <p:cNvGrpSpPr/>
          <p:nvPr/>
        </p:nvGrpSpPr>
        <p:grpSpPr>
          <a:xfrm>
            <a:off x="4572000" y="133300"/>
            <a:ext cx="4572000" cy="5010200"/>
            <a:chOff x="4572000" y="133300"/>
            <a:chExt cx="4572000" cy="5010200"/>
          </a:xfrm>
        </p:grpSpPr>
        <p:sp>
          <p:nvSpPr>
            <p:cNvPr id="940" name="Google Shape;940;p26"/>
            <p:cNvSpPr/>
            <p:nvPr/>
          </p:nvSpPr>
          <p:spPr>
            <a:xfrm>
              <a:off x="4572000" y="4911600"/>
              <a:ext cx="4572000" cy="231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41" name="Google Shape;941;p26"/>
            <p:cNvSpPr/>
            <p:nvPr/>
          </p:nvSpPr>
          <p:spPr>
            <a:xfrm>
              <a:off x="8421625" y="133300"/>
              <a:ext cx="406200" cy="4062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539500"/>
            <a:ext cx="76992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1pPr>
            <a:lvl2pPr lvl="1">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2pPr>
            <a:lvl3pPr lvl="2">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3pPr>
            <a:lvl4pPr lvl="3">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4pPr>
            <a:lvl5pPr lvl="4">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5pPr>
            <a:lvl6pPr lvl="5">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6pPr>
            <a:lvl7pPr lvl="6">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7pPr>
            <a:lvl8pPr lvl="7">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8pPr>
            <a:lvl9pPr lvl="8">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9pPr>
          </a:lstStyle>
          <a:p>
            <a:endParaRPr/>
          </a:p>
        </p:txBody>
      </p:sp>
      <p:sp>
        <p:nvSpPr>
          <p:cNvPr id="7" name="Google Shape;7;p1"/>
          <p:cNvSpPr txBox="1">
            <a:spLocks noGrp="1"/>
          </p:cNvSpPr>
          <p:nvPr>
            <p:ph type="body" idx="1"/>
          </p:nvPr>
        </p:nvSpPr>
        <p:spPr>
          <a:xfrm>
            <a:off x="722375" y="1187600"/>
            <a:ext cx="76992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marL="914400" lvl="1"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marL="1371600" lvl="2"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marL="1828800" lvl="3"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marL="2286000" lvl="4"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marL="2743200" lvl="5"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marL="3200400" lvl="6"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marL="3657600" lvl="7"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marL="4114800" lvl="8"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5" r:id="rId5"/>
    <p:sldLayoutId id="2147483656" r:id="rId6"/>
    <p:sldLayoutId id="2147483659" r:id="rId7"/>
    <p:sldLayoutId id="2147483661" r:id="rId8"/>
    <p:sldLayoutId id="2147483665" r:id="rId9"/>
    <p:sldLayoutId id="2147483669" r:id="rId10"/>
    <p:sldLayoutId id="2147483670" r:id="rId11"/>
    <p:sldLayoutId id="2147483671" r:id="rId12"/>
    <p:sldLayoutId id="214748367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30"/>
          <p:cNvSpPr txBox="1">
            <a:spLocks noGrp="1"/>
          </p:cNvSpPr>
          <p:nvPr>
            <p:ph type="ctrTitle"/>
          </p:nvPr>
        </p:nvSpPr>
        <p:spPr>
          <a:xfrm>
            <a:off x="1290677" y="0"/>
            <a:ext cx="6443700" cy="154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PAWPAL</a:t>
            </a:r>
            <a:endParaRPr dirty="0"/>
          </a:p>
        </p:txBody>
      </p:sp>
      <p:sp>
        <p:nvSpPr>
          <p:cNvPr id="953" name="Google Shape;953;p30"/>
          <p:cNvSpPr txBox="1">
            <a:spLocks noGrp="1"/>
          </p:cNvSpPr>
          <p:nvPr>
            <p:ph type="subTitle" idx="1"/>
          </p:nvPr>
        </p:nvSpPr>
        <p:spPr>
          <a:xfrm>
            <a:off x="1350150" y="1323000"/>
            <a:ext cx="6443700" cy="44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 pet care mobile application</a:t>
            </a:r>
            <a:endParaRPr dirty="0"/>
          </a:p>
        </p:txBody>
      </p:sp>
      <p:sp>
        <p:nvSpPr>
          <p:cNvPr id="954" name="Google Shape;954;p30"/>
          <p:cNvSpPr/>
          <p:nvPr/>
        </p:nvSpPr>
        <p:spPr>
          <a:xfrm>
            <a:off x="1350150" y="1767600"/>
            <a:ext cx="2455800" cy="121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Google Shape;953;p30">
            <a:extLst>
              <a:ext uri="{FF2B5EF4-FFF2-40B4-BE49-F238E27FC236}">
                <a16:creationId xmlns:a16="http://schemas.microsoft.com/office/drawing/2014/main" id="{A1DFD6D8-D9AF-929C-D0A9-9914664ADB22}"/>
              </a:ext>
            </a:extLst>
          </p:cNvPr>
          <p:cNvSpPr txBox="1">
            <a:spLocks/>
          </p:cNvSpPr>
          <p:nvPr/>
        </p:nvSpPr>
        <p:spPr>
          <a:xfrm>
            <a:off x="1290677" y="2697036"/>
            <a:ext cx="6443700" cy="15452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800"/>
              <a:buFont typeface="Montserrat"/>
              <a:buNone/>
              <a:defRPr sz="1500" b="0" i="0" u="none" strike="noStrike" cap="none">
                <a:solidFill>
                  <a:schemeClr val="dk1"/>
                </a:solidFill>
                <a:latin typeface="Montserrat"/>
                <a:ea typeface="Montserrat"/>
                <a:cs typeface="Montserrat"/>
                <a:sym typeface="Montserrat"/>
              </a:defRPr>
            </a:lvl1pPr>
            <a:lvl2pPr marL="914400" marR="0" lvl="1" indent="-304800" algn="ctr" rtl="0">
              <a:lnSpc>
                <a:spcPct val="100000"/>
              </a:lnSpc>
              <a:spcBef>
                <a:spcPts val="0"/>
              </a:spcBef>
              <a:spcAft>
                <a:spcPts val="0"/>
              </a:spcAft>
              <a:buClr>
                <a:schemeClr val="dk1"/>
              </a:buClr>
              <a:buSzPts val="1800"/>
              <a:buFont typeface="Montserrat"/>
              <a:buNone/>
              <a:defRPr sz="1800" b="0" i="0" u="none" strike="noStrike" cap="none">
                <a:solidFill>
                  <a:schemeClr val="dk1"/>
                </a:solidFill>
                <a:latin typeface="Montserrat"/>
                <a:ea typeface="Montserrat"/>
                <a:cs typeface="Montserrat"/>
                <a:sym typeface="Montserrat"/>
              </a:defRPr>
            </a:lvl2pPr>
            <a:lvl3pPr marL="1371600" marR="0" lvl="2" indent="-304800" algn="ctr" rtl="0">
              <a:lnSpc>
                <a:spcPct val="100000"/>
              </a:lnSpc>
              <a:spcBef>
                <a:spcPts val="0"/>
              </a:spcBef>
              <a:spcAft>
                <a:spcPts val="0"/>
              </a:spcAft>
              <a:buClr>
                <a:schemeClr val="dk1"/>
              </a:buClr>
              <a:buSzPts val="1800"/>
              <a:buFont typeface="Montserrat"/>
              <a:buNone/>
              <a:defRPr sz="1800" b="0" i="0" u="none" strike="noStrike" cap="none">
                <a:solidFill>
                  <a:schemeClr val="dk1"/>
                </a:solidFill>
                <a:latin typeface="Montserrat"/>
                <a:ea typeface="Montserrat"/>
                <a:cs typeface="Montserrat"/>
                <a:sym typeface="Montserrat"/>
              </a:defRPr>
            </a:lvl3pPr>
            <a:lvl4pPr marL="1828800" marR="0" lvl="3" indent="-304800" algn="ctr" rtl="0">
              <a:lnSpc>
                <a:spcPct val="100000"/>
              </a:lnSpc>
              <a:spcBef>
                <a:spcPts val="0"/>
              </a:spcBef>
              <a:spcAft>
                <a:spcPts val="0"/>
              </a:spcAft>
              <a:buClr>
                <a:schemeClr val="dk1"/>
              </a:buClr>
              <a:buSzPts val="1800"/>
              <a:buFont typeface="Montserrat"/>
              <a:buNone/>
              <a:defRPr sz="1800" b="0" i="0" u="none" strike="noStrike" cap="none">
                <a:solidFill>
                  <a:schemeClr val="dk1"/>
                </a:solidFill>
                <a:latin typeface="Montserrat"/>
                <a:ea typeface="Montserrat"/>
                <a:cs typeface="Montserrat"/>
                <a:sym typeface="Montserrat"/>
              </a:defRPr>
            </a:lvl4pPr>
            <a:lvl5pPr marL="2286000" marR="0" lvl="4" indent="-304800" algn="ctr" rtl="0">
              <a:lnSpc>
                <a:spcPct val="100000"/>
              </a:lnSpc>
              <a:spcBef>
                <a:spcPts val="0"/>
              </a:spcBef>
              <a:spcAft>
                <a:spcPts val="0"/>
              </a:spcAft>
              <a:buClr>
                <a:schemeClr val="dk1"/>
              </a:buClr>
              <a:buSzPts val="1800"/>
              <a:buFont typeface="Montserrat"/>
              <a:buNone/>
              <a:defRPr sz="1800" b="0" i="0" u="none" strike="noStrike" cap="none">
                <a:solidFill>
                  <a:schemeClr val="dk1"/>
                </a:solidFill>
                <a:latin typeface="Montserrat"/>
                <a:ea typeface="Montserrat"/>
                <a:cs typeface="Montserrat"/>
                <a:sym typeface="Montserrat"/>
              </a:defRPr>
            </a:lvl5pPr>
            <a:lvl6pPr marL="2743200" marR="0" lvl="5" indent="-304800" algn="ctr" rtl="0">
              <a:lnSpc>
                <a:spcPct val="100000"/>
              </a:lnSpc>
              <a:spcBef>
                <a:spcPts val="0"/>
              </a:spcBef>
              <a:spcAft>
                <a:spcPts val="0"/>
              </a:spcAft>
              <a:buClr>
                <a:schemeClr val="dk1"/>
              </a:buClr>
              <a:buSzPts val="1800"/>
              <a:buFont typeface="Montserrat"/>
              <a:buNone/>
              <a:defRPr sz="1800" b="0" i="0" u="none" strike="noStrike" cap="none">
                <a:solidFill>
                  <a:schemeClr val="dk1"/>
                </a:solidFill>
                <a:latin typeface="Montserrat"/>
                <a:ea typeface="Montserrat"/>
                <a:cs typeface="Montserrat"/>
                <a:sym typeface="Montserrat"/>
              </a:defRPr>
            </a:lvl6pPr>
            <a:lvl7pPr marL="3200400" marR="0" lvl="6" indent="-304800" algn="ctr" rtl="0">
              <a:lnSpc>
                <a:spcPct val="100000"/>
              </a:lnSpc>
              <a:spcBef>
                <a:spcPts val="0"/>
              </a:spcBef>
              <a:spcAft>
                <a:spcPts val="0"/>
              </a:spcAft>
              <a:buClr>
                <a:schemeClr val="dk1"/>
              </a:buClr>
              <a:buSzPts val="1800"/>
              <a:buFont typeface="Montserrat"/>
              <a:buNone/>
              <a:defRPr sz="1800" b="0" i="0" u="none" strike="noStrike" cap="none">
                <a:solidFill>
                  <a:schemeClr val="dk1"/>
                </a:solidFill>
                <a:latin typeface="Montserrat"/>
                <a:ea typeface="Montserrat"/>
                <a:cs typeface="Montserrat"/>
                <a:sym typeface="Montserrat"/>
              </a:defRPr>
            </a:lvl7pPr>
            <a:lvl8pPr marL="3657600" marR="0" lvl="7" indent="-304800" algn="ctr" rtl="0">
              <a:lnSpc>
                <a:spcPct val="100000"/>
              </a:lnSpc>
              <a:spcBef>
                <a:spcPts val="0"/>
              </a:spcBef>
              <a:spcAft>
                <a:spcPts val="0"/>
              </a:spcAft>
              <a:buClr>
                <a:schemeClr val="dk1"/>
              </a:buClr>
              <a:buSzPts val="1800"/>
              <a:buFont typeface="Montserrat"/>
              <a:buNone/>
              <a:defRPr sz="1800" b="0" i="0" u="none" strike="noStrike" cap="none">
                <a:solidFill>
                  <a:schemeClr val="dk1"/>
                </a:solidFill>
                <a:latin typeface="Montserrat"/>
                <a:ea typeface="Montserrat"/>
                <a:cs typeface="Montserrat"/>
                <a:sym typeface="Montserrat"/>
              </a:defRPr>
            </a:lvl8pPr>
            <a:lvl9pPr marL="4114800" marR="0" lvl="8" indent="-304800" algn="ctr" rtl="0">
              <a:lnSpc>
                <a:spcPct val="100000"/>
              </a:lnSpc>
              <a:spcBef>
                <a:spcPts val="0"/>
              </a:spcBef>
              <a:spcAft>
                <a:spcPts val="0"/>
              </a:spcAft>
              <a:buClr>
                <a:schemeClr val="dk1"/>
              </a:buClr>
              <a:buSzPts val="1800"/>
              <a:buFont typeface="Montserrat"/>
              <a:buNone/>
              <a:defRPr sz="1800" b="0" i="0" u="none" strike="noStrike" cap="none">
                <a:solidFill>
                  <a:schemeClr val="dk1"/>
                </a:solidFill>
                <a:latin typeface="Montserrat"/>
                <a:ea typeface="Montserrat"/>
                <a:cs typeface="Montserrat"/>
                <a:sym typeface="Montserrat"/>
              </a:defRPr>
            </a:lvl9pPr>
          </a:lstStyle>
          <a:p>
            <a:pPr marL="0" indent="0"/>
            <a:r>
              <a:rPr lang="en-US" b="1" dirty="0"/>
              <a:t>Supervisor:</a:t>
            </a:r>
          </a:p>
          <a:p>
            <a:pPr marL="0" indent="0"/>
            <a:r>
              <a:rPr lang="en-US" dirty="0"/>
              <a:t>Ms. Amna Irum</a:t>
            </a:r>
          </a:p>
          <a:p>
            <a:pPr marL="0" indent="0"/>
            <a:r>
              <a:rPr lang="en-US" b="1" dirty="0"/>
              <a:t>Group Members:</a:t>
            </a:r>
          </a:p>
          <a:p>
            <a:pPr marL="0" indent="0"/>
            <a:r>
              <a:rPr lang="en-US" dirty="0"/>
              <a:t>Huzaifa Nasir  	22I-1053</a:t>
            </a:r>
          </a:p>
          <a:p>
            <a:pPr marL="0" indent="0"/>
            <a:r>
              <a:rPr lang="en-US" dirty="0"/>
              <a:t>Maaz Ali 	         	22I-1042</a:t>
            </a:r>
          </a:p>
          <a:p>
            <a:pPr marL="0" indent="0"/>
            <a:r>
              <a:rPr lang="en-US" dirty="0"/>
              <a:t>Hamza Naveed 	22I-0961</a:t>
            </a:r>
          </a:p>
        </p:txBody>
      </p:sp>
      <p:sp>
        <p:nvSpPr>
          <p:cNvPr id="4" name="TextBox 3">
            <a:extLst>
              <a:ext uri="{FF2B5EF4-FFF2-40B4-BE49-F238E27FC236}">
                <a16:creationId xmlns:a16="http://schemas.microsoft.com/office/drawing/2014/main" id="{ACD86D52-1E69-2722-0DD2-1D8C5165A1F5}"/>
              </a:ext>
            </a:extLst>
          </p:cNvPr>
          <p:cNvSpPr txBox="1"/>
          <p:nvPr/>
        </p:nvSpPr>
        <p:spPr>
          <a:xfrm>
            <a:off x="8621486" y="4720046"/>
            <a:ext cx="284052" cy="307777"/>
          </a:xfrm>
          <a:prstGeom prst="rect">
            <a:avLst/>
          </a:prstGeom>
          <a:noFill/>
        </p:spPr>
        <p:txBody>
          <a:bodyPr wrap="none" rtlCol="0">
            <a:spAutoFit/>
          </a:bodyPr>
          <a:lstStyle/>
          <a:p>
            <a:r>
              <a:rPr lang="en-US"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p32"/>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969" name="Google Shape;969;p32"/>
          <p:cNvSpPr txBox="1">
            <a:spLocks noGrp="1"/>
          </p:cNvSpPr>
          <p:nvPr>
            <p:ph type="title" idx="2"/>
          </p:nvPr>
        </p:nvSpPr>
        <p:spPr>
          <a:xfrm>
            <a:off x="1434163" y="1299254"/>
            <a:ext cx="1075500" cy="6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970" name="Google Shape;970;p32"/>
          <p:cNvSpPr txBox="1">
            <a:spLocks noGrp="1"/>
          </p:cNvSpPr>
          <p:nvPr>
            <p:ph type="title" idx="3"/>
          </p:nvPr>
        </p:nvSpPr>
        <p:spPr>
          <a:xfrm>
            <a:off x="3806064" y="1299254"/>
            <a:ext cx="1075500" cy="6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971" name="Google Shape;971;p32"/>
          <p:cNvSpPr txBox="1">
            <a:spLocks noGrp="1"/>
          </p:cNvSpPr>
          <p:nvPr>
            <p:ph type="title" idx="4"/>
          </p:nvPr>
        </p:nvSpPr>
        <p:spPr>
          <a:xfrm>
            <a:off x="1434163" y="3115825"/>
            <a:ext cx="1075500" cy="6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972" name="Google Shape;972;p32"/>
          <p:cNvSpPr txBox="1">
            <a:spLocks noGrp="1"/>
          </p:cNvSpPr>
          <p:nvPr>
            <p:ph type="title" idx="5"/>
          </p:nvPr>
        </p:nvSpPr>
        <p:spPr>
          <a:xfrm>
            <a:off x="3806064" y="3115825"/>
            <a:ext cx="1075500" cy="6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973" name="Google Shape;973;p32"/>
          <p:cNvSpPr txBox="1">
            <a:spLocks noGrp="1"/>
          </p:cNvSpPr>
          <p:nvPr>
            <p:ph type="subTitle" idx="1"/>
          </p:nvPr>
        </p:nvSpPr>
        <p:spPr>
          <a:xfrm>
            <a:off x="1434138" y="2082747"/>
            <a:ext cx="1829452" cy="4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Overview </a:t>
            </a:r>
            <a:endParaRPr dirty="0"/>
          </a:p>
        </p:txBody>
      </p:sp>
      <p:sp>
        <p:nvSpPr>
          <p:cNvPr id="974" name="Google Shape;974;p32"/>
          <p:cNvSpPr txBox="1">
            <a:spLocks noGrp="1"/>
          </p:cNvSpPr>
          <p:nvPr>
            <p:ph type="subTitle" idx="6"/>
          </p:nvPr>
        </p:nvSpPr>
        <p:spPr>
          <a:xfrm>
            <a:off x="3806036" y="2082750"/>
            <a:ext cx="1829452" cy="4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Itetration 3</a:t>
            </a:r>
            <a:endParaRPr dirty="0"/>
          </a:p>
        </p:txBody>
      </p:sp>
      <p:sp>
        <p:nvSpPr>
          <p:cNvPr id="975" name="Google Shape;975;p32"/>
          <p:cNvSpPr txBox="1">
            <a:spLocks noGrp="1"/>
          </p:cNvSpPr>
          <p:nvPr>
            <p:ph type="subTitle" idx="7"/>
          </p:nvPr>
        </p:nvSpPr>
        <p:spPr>
          <a:xfrm>
            <a:off x="1434138" y="3907672"/>
            <a:ext cx="2201160" cy="421500"/>
          </a:xfrm>
          <a:prstGeom prst="rect">
            <a:avLst/>
          </a:prstGeom>
        </p:spPr>
        <p:txBody>
          <a:bodyPr spcFirstLastPara="1" wrap="square" lIns="91425" tIns="91425" rIns="91425" bIns="91425" anchor="t" anchorCtr="0">
            <a:noAutofit/>
          </a:bodyPr>
          <a:lstStyle/>
          <a:p>
            <a:pPr marL="0" lvl="0" indent="0"/>
            <a:r>
              <a:rPr lang="en-US" dirty="0"/>
              <a:t>Module 2</a:t>
            </a:r>
            <a:endParaRPr dirty="0"/>
          </a:p>
        </p:txBody>
      </p:sp>
      <p:sp>
        <p:nvSpPr>
          <p:cNvPr id="976" name="Google Shape;976;p32"/>
          <p:cNvSpPr txBox="1">
            <a:spLocks noGrp="1"/>
          </p:cNvSpPr>
          <p:nvPr>
            <p:ph type="subTitle" idx="8"/>
          </p:nvPr>
        </p:nvSpPr>
        <p:spPr>
          <a:xfrm>
            <a:off x="3806036" y="3907675"/>
            <a:ext cx="2260951" cy="421500"/>
          </a:xfrm>
          <a:prstGeom prst="rect">
            <a:avLst/>
          </a:prstGeom>
        </p:spPr>
        <p:txBody>
          <a:bodyPr spcFirstLastPara="1" wrap="square" lIns="91425" tIns="91425" rIns="91425" bIns="91425" anchor="t" anchorCtr="0">
            <a:noAutofit/>
          </a:bodyPr>
          <a:lstStyle/>
          <a:p>
            <a:pPr marL="0" lvl="0" indent="0"/>
            <a:r>
              <a:rPr lang="en-US" dirty="0"/>
              <a:t>Module 3</a:t>
            </a:r>
            <a:r>
              <a:rPr lang="en" dirty="0"/>
              <a:t>  </a:t>
            </a:r>
            <a:endParaRPr dirty="0"/>
          </a:p>
        </p:txBody>
      </p:sp>
      <p:sp>
        <p:nvSpPr>
          <p:cNvPr id="977" name="Google Shape;977;p32"/>
          <p:cNvSpPr/>
          <p:nvPr/>
        </p:nvSpPr>
        <p:spPr>
          <a:xfrm>
            <a:off x="1533350" y="1889650"/>
            <a:ext cx="637200" cy="121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78" name="Google Shape;978;p32"/>
          <p:cNvSpPr/>
          <p:nvPr/>
        </p:nvSpPr>
        <p:spPr>
          <a:xfrm>
            <a:off x="1533350" y="371672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79" name="Google Shape;979;p32"/>
          <p:cNvSpPr/>
          <p:nvPr/>
        </p:nvSpPr>
        <p:spPr>
          <a:xfrm>
            <a:off x="3906800" y="1889650"/>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80" name="Google Shape;980;p32"/>
          <p:cNvSpPr/>
          <p:nvPr/>
        </p:nvSpPr>
        <p:spPr>
          <a:xfrm>
            <a:off x="3906800" y="3716725"/>
            <a:ext cx="637200" cy="1212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81" name="Google Shape;981;p32"/>
          <p:cNvSpPr txBox="1">
            <a:spLocks noGrp="1"/>
          </p:cNvSpPr>
          <p:nvPr>
            <p:ph type="title" idx="9"/>
          </p:nvPr>
        </p:nvSpPr>
        <p:spPr>
          <a:xfrm>
            <a:off x="6067037" y="1299254"/>
            <a:ext cx="1075500" cy="6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983" name="Google Shape;983;p32"/>
          <p:cNvSpPr txBox="1">
            <a:spLocks noGrp="1"/>
          </p:cNvSpPr>
          <p:nvPr>
            <p:ph type="subTitle" idx="14"/>
          </p:nvPr>
        </p:nvSpPr>
        <p:spPr>
          <a:xfrm>
            <a:off x="6066988" y="2082750"/>
            <a:ext cx="1642800" cy="4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Module 1</a:t>
            </a:r>
            <a:endParaRPr dirty="0"/>
          </a:p>
        </p:txBody>
      </p:sp>
      <p:sp>
        <p:nvSpPr>
          <p:cNvPr id="985" name="Google Shape;985;p32"/>
          <p:cNvSpPr/>
          <p:nvPr/>
        </p:nvSpPr>
        <p:spPr>
          <a:xfrm>
            <a:off x="6178025" y="1889650"/>
            <a:ext cx="637200" cy="1212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TextBox 1">
            <a:extLst>
              <a:ext uri="{FF2B5EF4-FFF2-40B4-BE49-F238E27FC236}">
                <a16:creationId xmlns:a16="http://schemas.microsoft.com/office/drawing/2014/main" id="{B5FEFDD9-5FD7-EA2F-3E21-72FD2BBECA9B}"/>
              </a:ext>
            </a:extLst>
          </p:cNvPr>
          <p:cNvSpPr txBox="1"/>
          <p:nvPr/>
        </p:nvSpPr>
        <p:spPr>
          <a:xfrm>
            <a:off x="8621486" y="4720046"/>
            <a:ext cx="284052" cy="307777"/>
          </a:xfrm>
          <a:prstGeom prst="rect">
            <a:avLst/>
          </a:prstGeom>
          <a:noFill/>
        </p:spPr>
        <p:txBody>
          <a:bodyPr wrap="none" rtlCol="0">
            <a:spAutoFit/>
          </a:bodyPr>
          <a:lstStyle/>
          <a:p>
            <a:r>
              <a:rPr lang="en-US" dirty="0"/>
              <a:t>2</a:t>
            </a:r>
          </a:p>
        </p:txBody>
      </p:sp>
      <p:sp>
        <p:nvSpPr>
          <p:cNvPr id="3" name="Google Shape;972;p32">
            <a:extLst>
              <a:ext uri="{FF2B5EF4-FFF2-40B4-BE49-F238E27FC236}">
                <a16:creationId xmlns:a16="http://schemas.microsoft.com/office/drawing/2014/main" id="{C662F758-3026-4D21-E328-94A34F8FCD08}"/>
              </a:ext>
            </a:extLst>
          </p:cNvPr>
          <p:cNvSpPr txBox="1">
            <a:spLocks/>
          </p:cNvSpPr>
          <p:nvPr/>
        </p:nvSpPr>
        <p:spPr>
          <a:xfrm>
            <a:off x="6066987" y="3115825"/>
            <a:ext cx="1075500" cy="6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Krona One"/>
              <a:buNone/>
              <a:defRPr sz="3600" b="1" i="0" u="none" strike="noStrike" cap="none">
                <a:solidFill>
                  <a:schemeClr val="dk1"/>
                </a:solidFill>
                <a:latin typeface="Krona One"/>
                <a:ea typeface="Krona One"/>
                <a:cs typeface="Krona One"/>
                <a:sym typeface="Krona One"/>
              </a:defRPr>
            </a:lvl1pPr>
            <a:lvl2pPr marR="0" lvl="1" algn="ctr" rtl="0">
              <a:lnSpc>
                <a:spcPct val="100000"/>
              </a:lnSpc>
              <a:spcBef>
                <a:spcPts val="0"/>
              </a:spcBef>
              <a:spcAft>
                <a:spcPts val="0"/>
              </a:spcAft>
              <a:buClr>
                <a:schemeClr val="dk1"/>
              </a:buClr>
              <a:buSzPts val="2400"/>
              <a:buFont typeface="Krona One"/>
              <a:buNone/>
              <a:defRPr sz="2400" b="1" i="0" u="none" strike="noStrike" cap="none">
                <a:solidFill>
                  <a:schemeClr val="dk1"/>
                </a:solidFill>
                <a:latin typeface="Krona One"/>
                <a:ea typeface="Krona One"/>
                <a:cs typeface="Krona One"/>
                <a:sym typeface="Krona One"/>
              </a:defRPr>
            </a:lvl2pPr>
            <a:lvl3pPr marR="0" lvl="2" algn="ctr" rtl="0">
              <a:lnSpc>
                <a:spcPct val="100000"/>
              </a:lnSpc>
              <a:spcBef>
                <a:spcPts val="0"/>
              </a:spcBef>
              <a:spcAft>
                <a:spcPts val="0"/>
              </a:spcAft>
              <a:buClr>
                <a:schemeClr val="dk1"/>
              </a:buClr>
              <a:buSzPts val="2400"/>
              <a:buFont typeface="Krona One"/>
              <a:buNone/>
              <a:defRPr sz="2400" b="1" i="0" u="none" strike="noStrike" cap="none">
                <a:solidFill>
                  <a:schemeClr val="dk1"/>
                </a:solidFill>
                <a:latin typeface="Krona One"/>
                <a:ea typeface="Krona One"/>
                <a:cs typeface="Krona One"/>
                <a:sym typeface="Krona One"/>
              </a:defRPr>
            </a:lvl3pPr>
            <a:lvl4pPr marR="0" lvl="3" algn="ctr" rtl="0">
              <a:lnSpc>
                <a:spcPct val="100000"/>
              </a:lnSpc>
              <a:spcBef>
                <a:spcPts val="0"/>
              </a:spcBef>
              <a:spcAft>
                <a:spcPts val="0"/>
              </a:spcAft>
              <a:buClr>
                <a:schemeClr val="dk1"/>
              </a:buClr>
              <a:buSzPts val="2400"/>
              <a:buFont typeface="Krona One"/>
              <a:buNone/>
              <a:defRPr sz="2400" b="1" i="0" u="none" strike="noStrike" cap="none">
                <a:solidFill>
                  <a:schemeClr val="dk1"/>
                </a:solidFill>
                <a:latin typeface="Krona One"/>
                <a:ea typeface="Krona One"/>
                <a:cs typeface="Krona One"/>
                <a:sym typeface="Krona One"/>
              </a:defRPr>
            </a:lvl4pPr>
            <a:lvl5pPr marR="0" lvl="4" algn="ctr" rtl="0">
              <a:lnSpc>
                <a:spcPct val="100000"/>
              </a:lnSpc>
              <a:spcBef>
                <a:spcPts val="0"/>
              </a:spcBef>
              <a:spcAft>
                <a:spcPts val="0"/>
              </a:spcAft>
              <a:buClr>
                <a:schemeClr val="dk1"/>
              </a:buClr>
              <a:buSzPts val="2400"/>
              <a:buFont typeface="Krona One"/>
              <a:buNone/>
              <a:defRPr sz="2400" b="1" i="0" u="none" strike="noStrike" cap="none">
                <a:solidFill>
                  <a:schemeClr val="dk1"/>
                </a:solidFill>
                <a:latin typeface="Krona One"/>
                <a:ea typeface="Krona One"/>
                <a:cs typeface="Krona One"/>
                <a:sym typeface="Krona One"/>
              </a:defRPr>
            </a:lvl5pPr>
            <a:lvl6pPr marR="0" lvl="5" algn="ctr" rtl="0">
              <a:lnSpc>
                <a:spcPct val="100000"/>
              </a:lnSpc>
              <a:spcBef>
                <a:spcPts val="0"/>
              </a:spcBef>
              <a:spcAft>
                <a:spcPts val="0"/>
              </a:spcAft>
              <a:buClr>
                <a:schemeClr val="dk1"/>
              </a:buClr>
              <a:buSzPts val="2400"/>
              <a:buFont typeface="Krona One"/>
              <a:buNone/>
              <a:defRPr sz="2400" b="1" i="0" u="none" strike="noStrike" cap="none">
                <a:solidFill>
                  <a:schemeClr val="dk1"/>
                </a:solidFill>
                <a:latin typeface="Krona One"/>
                <a:ea typeface="Krona One"/>
                <a:cs typeface="Krona One"/>
                <a:sym typeface="Krona One"/>
              </a:defRPr>
            </a:lvl6pPr>
            <a:lvl7pPr marR="0" lvl="6" algn="ctr" rtl="0">
              <a:lnSpc>
                <a:spcPct val="100000"/>
              </a:lnSpc>
              <a:spcBef>
                <a:spcPts val="0"/>
              </a:spcBef>
              <a:spcAft>
                <a:spcPts val="0"/>
              </a:spcAft>
              <a:buClr>
                <a:schemeClr val="dk1"/>
              </a:buClr>
              <a:buSzPts val="2400"/>
              <a:buFont typeface="Krona One"/>
              <a:buNone/>
              <a:defRPr sz="2400" b="1" i="0" u="none" strike="noStrike" cap="none">
                <a:solidFill>
                  <a:schemeClr val="dk1"/>
                </a:solidFill>
                <a:latin typeface="Krona One"/>
                <a:ea typeface="Krona One"/>
                <a:cs typeface="Krona One"/>
                <a:sym typeface="Krona One"/>
              </a:defRPr>
            </a:lvl7pPr>
            <a:lvl8pPr marR="0" lvl="7" algn="ctr" rtl="0">
              <a:lnSpc>
                <a:spcPct val="100000"/>
              </a:lnSpc>
              <a:spcBef>
                <a:spcPts val="0"/>
              </a:spcBef>
              <a:spcAft>
                <a:spcPts val="0"/>
              </a:spcAft>
              <a:buClr>
                <a:schemeClr val="dk1"/>
              </a:buClr>
              <a:buSzPts val="2400"/>
              <a:buFont typeface="Krona One"/>
              <a:buNone/>
              <a:defRPr sz="2400" b="1" i="0" u="none" strike="noStrike" cap="none">
                <a:solidFill>
                  <a:schemeClr val="dk1"/>
                </a:solidFill>
                <a:latin typeface="Krona One"/>
                <a:ea typeface="Krona One"/>
                <a:cs typeface="Krona One"/>
                <a:sym typeface="Krona One"/>
              </a:defRPr>
            </a:lvl8pPr>
            <a:lvl9pPr marR="0" lvl="8" algn="ctr" rtl="0">
              <a:lnSpc>
                <a:spcPct val="100000"/>
              </a:lnSpc>
              <a:spcBef>
                <a:spcPts val="0"/>
              </a:spcBef>
              <a:spcAft>
                <a:spcPts val="0"/>
              </a:spcAft>
              <a:buClr>
                <a:schemeClr val="dk1"/>
              </a:buClr>
              <a:buSzPts val="2400"/>
              <a:buFont typeface="Krona One"/>
              <a:buNone/>
              <a:defRPr sz="2400" b="1" i="0" u="none" strike="noStrike" cap="none">
                <a:solidFill>
                  <a:schemeClr val="dk1"/>
                </a:solidFill>
                <a:latin typeface="Krona One"/>
                <a:ea typeface="Krona One"/>
                <a:cs typeface="Krona One"/>
                <a:sym typeface="Krona One"/>
              </a:defRPr>
            </a:lvl9pPr>
          </a:lstStyle>
          <a:p>
            <a:r>
              <a:rPr lang="en" dirty="0"/>
              <a:t>06</a:t>
            </a:r>
          </a:p>
        </p:txBody>
      </p:sp>
      <p:sp>
        <p:nvSpPr>
          <p:cNvPr id="4" name="Google Shape;976;p32">
            <a:extLst>
              <a:ext uri="{FF2B5EF4-FFF2-40B4-BE49-F238E27FC236}">
                <a16:creationId xmlns:a16="http://schemas.microsoft.com/office/drawing/2014/main" id="{AC55EA7B-8F49-C3A6-179F-EA8BAF1A816C}"/>
              </a:ext>
            </a:extLst>
          </p:cNvPr>
          <p:cNvSpPr txBox="1">
            <a:spLocks/>
          </p:cNvSpPr>
          <p:nvPr/>
        </p:nvSpPr>
        <p:spPr>
          <a:xfrm>
            <a:off x="6066987" y="3907672"/>
            <a:ext cx="2260951" cy="42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Krona One"/>
              <a:buNone/>
              <a:defRPr sz="1800" b="1" i="0" u="none" strike="noStrike" cap="none">
                <a:solidFill>
                  <a:schemeClr val="dk1"/>
                </a:solidFill>
                <a:latin typeface="Krona One"/>
                <a:ea typeface="Krona One"/>
                <a:cs typeface="Krona One"/>
                <a:sym typeface="Krona One"/>
              </a:defRPr>
            </a:lvl1pPr>
            <a:lvl2pPr marL="914400" marR="0" lvl="1" indent="-304800" algn="ctr" rtl="0">
              <a:lnSpc>
                <a:spcPct val="100000"/>
              </a:lnSpc>
              <a:spcBef>
                <a:spcPts val="0"/>
              </a:spcBef>
              <a:spcAft>
                <a:spcPts val="0"/>
              </a:spcAft>
              <a:buClr>
                <a:schemeClr val="dk1"/>
              </a:buClr>
              <a:buSzPts val="1200"/>
              <a:buFont typeface="Krona One"/>
              <a:buNone/>
              <a:defRPr sz="1200" b="1" i="0" u="none" strike="noStrike" cap="none">
                <a:solidFill>
                  <a:schemeClr val="dk1"/>
                </a:solidFill>
                <a:latin typeface="Krona One"/>
                <a:ea typeface="Krona One"/>
                <a:cs typeface="Krona One"/>
                <a:sym typeface="Krona One"/>
              </a:defRPr>
            </a:lvl2pPr>
            <a:lvl3pPr marL="1371600" marR="0" lvl="2" indent="-304800" algn="ctr" rtl="0">
              <a:lnSpc>
                <a:spcPct val="100000"/>
              </a:lnSpc>
              <a:spcBef>
                <a:spcPts val="0"/>
              </a:spcBef>
              <a:spcAft>
                <a:spcPts val="0"/>
              </a:spcAft>
              <a:buClr>
                <a:schemeClr val="dk1"/>
              </a:buClr>
              <a:buSzPts val="1200"/>
              <a:buFont typeface="Krona One"/>
              <a:buNone/>
              <a:defRPr sz="1200" b="1" i="0" u="none" strike="noStrike" cap="none">
                <a:solidFill>
                  <a:schemeClr val="dk1"/>
                </a:solidFill>
                <a:latin typeface="Krona One"/>
                <a:ea typeface="Krona One"/>
                <a:cs typeface="Krona One"/>
                <a:sym typeface="Krona One"/>
              </a:defRPr>
            </a:lvl3pPr>
            <a:lvl4pPr marL="1828800" marR="0" lvl="3" indent="-304800" algn="ctr" rtl="0">
              <a:lnSpc>
                <a:spcPct val="100000"/>
              </a:lnSpc>
              <a:spcBef>
                <a:spcPts val="0"/>
              </a:spcBef>
              <a:spcAft>
                <a:spcPts val="0"/>
              </a:spcAft>
              <a:buClr>
                <a:schemeClr val="dk1"/>
              </a:buClr>
              <a:buSzPts val="1200"/>
              <a:buFont typeface="Krona One"/>
              <a:buNone/>
              <a:defRPr sz="1200" b="1" i="0" u="none" strike="noStrike" cap="none">
                <a:solidFill>
                  <a:schemeClr val="dk1"/>
                </a:solidFill>
                <a:latin typeface="Krona One"/>
                <a:ea typeface="Krona One"/>
                <a:cs typeface="Krona One"/>
                <a:sym typeface="Krona One"/>
              </a:defRPr>
            </a:lvl4pPr>
            <a:lvl5pPr marL="2286000" marR="0" lvl="4" indent="-304800" algn="ctr" rtl="0">
              <a:lnSpc>
                <a:spcPct val="100000"/>
              </a:lnSpc>
              <a:spcBef>
                <a:spcPts val="0"/>
              </a:spcBef>
              <a:spcAft>
                <a:spcPts val="0"/>
              </a:spcAft>
              <a:buClr>
                <a:schemeClr val="dk1"/>
              </a:buClr>
              <a:buSzPts val="1200"/>
              <a:buFont typeface="Krona One"/>
              <a:buNone/>
              <a:defRPr sz="1200" b="1" i="0" u="none" strike="noStrike" cap="none">
                <a:solidFill>
                  <a:schemeClr val="dk1"/>
                </a:solidFill>
                <a:latin typeface="Krona One"/>
                <a:ea typeface="Krona One"/>
                <a:cs typeface="Krona One"/>
                <a:sym typeface="Krona One"/>
              </a:defRPr>
            </a:lvl5pPr>
            <a:lvl6pPr marL="2743200" marR="0" lvl="5" indent="-304800" algn="ctr" rtl="0">
              <a:lnSpc>
                <a:spcPct val="100000"/>
              </a:lnSpc>
              <a:spcBef>
                <a:spcPts val="0"/>
              </a:spcBef>
              <a:spcAft>
                <a:spcPts val="0"/>
              </a:spcAft>
              <a:buClr>
                <a:schemeClr val="dk1"/>
              </a:buClr>
              <a:buSzPts val="1200"/>
              <a:buFont typeface="Krona One"/>
              <a:buNone/>
              <a:defRPr sz="1200" b="1" i="0" u="none" strike="noStrike" cap="none">
                <a:solidFill>
                  <a:schemeClr val="dk1"/>
                </a:solidFill>
                <a:latin typeface="Krona One"/>
                <a:ea typeface="Krona One"/>
                <a:cs typeface="Krona One"/>
                <a:sym typeface="Krona One"/>
              </a:defRPr>
            </a:lvl6pPr>
            <a:lvl7pPr marL="3200400" marR="0" lvl="6" indent="-304800" algn="ctr" rtl="0">
              <a:lnSpc>
                <a:spcPct val="100000"/>
              </a:lnSpc>
              <a:spcBef>
                <a:spcPts val="0"/>
              </a:spcBef>
              <a:spcAft>
                <a:spcPts val="0"/>
              </a:spcAft>
              <a:buClr>
                <a:schemeClr val="dk1"/>
              </a:buClr>
              <a:buSzPts val="1200"/>
              <a:buFont typeface="Krona One"/>
              <a:buNone/>
              <a:defRPr sz="1200" b="1" i="0" u="none" strike="noStrike" cap="none">
                <a:solidFill>
                  <a:schemeClr val="dk1"/>
                </a:solidFill>
                <a:latin typeface="Krona One"/>
                <a:ea typeface="Krona One"/>
                <a:cs typeface="Krona One"/>
                <a:sym typeface="Krona One"/>
              </a:defRPr>
            </a:lvl7pPr>
            <a:lvl8pPr marL="3657600" marR="0" lvl="7" indent="-304800" algn="ctr" rtl="0">
              <a:lnSpc>
                <a:spcPct val="100000"/>
              </a:lnSpc>
              <a:spcBef>
                <a:spcPts val="0"/>
              </a:spcBef>
              <a:spcAft>
                <a:spcPts val="0"/>
              </a:spcAft>
              <a:buClr>
                <a:schemeClr val="dk1"/>
              </a:buClr>
              <a:buSzPts val="1200"/>
              <a:buFont typeface="Krona One"/>
              <a:buNone/>
              <a:defRPr sz="1200" b="1" i="0" u="none" strike="noStrike" cap="none">
                <a:solidFill>
                  <a:schemeClr val="dk1"/>
                </a:solidFill>
                <a:latin typeface="Krona One"/>
                <a:ea typeface="Krona One"/>
                <a:cs typeface="Krona One"/>
                <a:sym typeface="Krona One"/>
              </a:defRPr>
            </a:lvl8pPr>
            <a:lvl9pPr marL="4114800" marR="0" lvl="8" indent="-304800" algn="ctr" rtl="0">
              <a:lnSpc>
                <a:spcPct val="100000"/>
              </a:lnSpc>
              <a:spcBef>
                <a:spcPts val="0"/>
              </a:spcBef>
              <a:spcAft>
                <a:spcPts val="0"/>
              </a:spcAft>
              <a:buClr>
                <a:schemeClr val="dk1"/>
              </a:buClr>
              <a:buSzPts val="1200"/>
              <a:buFont typeface="Krona One"/>
              <a:buNone/>
              <a:defRPr sz="1200" b="1" i="0" u="none" strike="noStrike" cap="none">
                <a:solidFill>
                  <a:schemeClr val="dk1"/>
                </a:solidFill>
                <a:latin typeface="Krona One"/>
                <a:ea typeface="Krona One"/>
                <a:cs typeface="Krona One"/>
                <a:sym typeface="Krona One"/>
              </a:defRPr>
            </a:lvl9pPr>
          </a:lstStyle>
          <a:p>
            <a:pPr marL="0" indent="0"/>
            <a:r>
              <a:rPr lang="en-US" dirty="0"/>
              <a:t>Module 4  </a:t>
            </a:r>
          </a:p>
        </p:txBody>
      </p:sp>
      <p:sp>
        <p:nvSpPr>
          <p:cNvPr id="5" name="Google Shape;980;p32">
            <a:extLst>
              <a:ext uri="{FF2B5EF4-FFF2-40B4-BE49-F238E27FC236}">
                <a16:creationId xmlns:a16="http://schemas.microsoft.com/office/drawing/2014/main" id="{85D233B9-5800-9A97-E0A5-017D2048F3A2}"/>
              </a:ext>
            </a:extLst>
          </p:cNvPr>
          <p:cNvSpPr/>
          <p:nvPr/>
        </p:nvSpPr>
        <p:spPr>
          <a:xfrm>
            <a:off x="4059200" y="3869125"/>
            <a:ext cx="637200" cy="1212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34"/>
          <p:cNvSpPr txBox="1">
            <a:spLocks noGrp="1"/>
          </p:cNvSpPr>
          <p:nvPr>
            <p:ph type="title"/>
          </p:nvPr>
        </p:nvSpPr>
        <p:spPr>
          <a:xfrm>
            <a:off x="2917050" y="2344638"/>
            <a:ext cx="4316374" cy="150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Overview </a:t>
            </a:r>
            <a:endParaRPr dirty="0"/>
          </a:p>
        </p:txBody>
      </p:sp>
      <p:sp>
        <p:nvSpPr>
          <p:cNvPr id="1003" name="Google Shape;1003;p34"/>
          <p:cNvSpPr txBox="1">
            <a:spLocks noGrp="1"/>
          </p:cNvSpPr>
          <p:nvPr>
            <p:ph type="title" idx="2"/>
          </p:nvPr>
        </p:nvSpPr>
        <p:spPr>
          <a:xfrm>
            <a:off x="2917062" y="1297063"/>
            <a:ext cx="1632900" cy="99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004" name="Google Shape;1004;p34"/>
          <p:cNvSpPr/>
          <p:nvPr/>
        </p:nvSpPr>
        <p:spPr>
          <a:xfrm>
            <a:off x="3104675" y="217937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TextBox 1">
            <a:extLst>
              <a:ext uri="{FF2B5EF4-FFF2-40B4-BE49-F238E27FC236}">
                <a16:creationId xmlns:a16="http://schemas.microsoft.com/office/drawing/2014/main" id="{D1E61E77-6C57-262C-8B57-A78960053455}"/>
              </a:ext>
            </a:extLst>
          </p:cNvPr>
          <p:cNvSpPr txBox="1"/>
          <p:nvPr/>
        </p:nvSpPr>
        <p:spPr>
          <a:xfrm>
            <a:off x="8621486" y="4720046"/>
            <a:ext cx="284052" cy="307777"/>
          </a:xfrm>
          <a:prstGeom prst="rect">
            <a:avLst/>
          </a:prstGeom>
          <a:noFill/>
        </p:spPr>
        <p:txBody>
          <a:bodyPr wrap="none" rtlCol="0">
            <a:spAutoFit/>
          </a:bodyPr>
          <a:lstStyle/>
          <a:p>
            <a:r>
              <a:rPr lang="en-US"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1CD7EFC-CB09-38EB-E3F2-7F581FB3F8B5}"/>
              </a:ext>
            </a:extLst>
          </p:cNvPr>
          <p:cNvSpPr/>
          <p:nvPr/>
        </p:nvSpPr>
        <p:spPr>
          <a:xfrm>
            <a:off x="4735356" y="1182028"/>
            <a:ext cx="3553522" cy="330076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 name="Rectangle: Rounded Corners 1">
            <a:extLst>
              <a:ext uri="{FF2B5EF4-FFF2-40B4-BE49-F238E27FC236}">
                <a16:creationId xmlns:a16="http://schemas.microsoft.com/office/drawing/2014/main" id="{479AC1D7-66F1-1374-106B-07D3B5C3DD13}"/>
              </a:ext>
            </a:extLst>
          </p:cNvPr>
          <p:cNvSpPr/>
          <p:nvPr/>
        </p:nvSpPr>
        <p:spPr>
          <a:xfrm>
            <a:off x="1018478" y="1182029"/>
            <a:ext cx="3553522" cy="330076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009" name="Google Shape;1009;p3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lvl="0"/>
            <a:r>
              <a:rPr lang="en-US" dirty="0"/>
              <a:t>Overview</a:t>
            </a:r>
            <a:endParaRPr dirty="0"/>
          </a:p>
        </p:txBody>
      </p:sp>
      <p:sp>
        <p:nvSpPr>
          <p:cNvPr id="1010" name="Google Shape;1010;p35"/>
          <p:cNvSpPr txBox="1">
            <a:spLocks noGrp="1"/>
          </p:cNvSpPr>
          <p:nvPr>
            <p:ph type="subTitle" idx="1"/>
          </p:nvPr>
        </p:nvSpPr>
        <p:spPr>
          <a:xfrm>
            <a:off x="1050951" y="2476667"/>
            <a:ext cx="3390166" cy="1839977"/>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1600" dirty="0"/>
              <a:t>All-in-one pet care platform</a:t>
            </a:r>
          </a:p>
          <a:p>
            <a:pPr>
              <a:buFont typeface="Arial" panose="020B0604020202020204" pitchFamily="34" charset="0"/>
              <a:buChar char="•"/>
            </a:pPr>
            <a:endParaRPr lang="en-US" sz="1600" dirty="0"/>
          </a:p>
          <a:p>
            <a:pPr>
              <a:buFont typeface="Arial" panose="020B0604020202020204" pitchFamily="34" charset="0"/>
              <a:buChar char="•"/>
            </a:pPr>
            <a:r>
              <a:rPr lang="en-US" sz="1600" dirty="0"/>
              <a:t>Single app for health tracking, vet bookings, marketplace</a:t>
            </a:r>
          </a:p>
        </p:txBody>
      </p:sp>
      <p:sp>
        <p:nvSpPr>
          <p:cNvPr id="1011" name="Google Shape;1011;p35"/>
          <p:cNvSpPr txBox="1">
            <a:spLocks noGrp="1"/>
          </p:cNvSpPr>
          <p:nvPr>
            <p:ph type="subTitle" idx="2"/>
          </p:nvPr>
        </p:nvSpPr>
        <p:spPr>
          <a:xfrm>
            <a:off x="4735356" y="2349411"/>
            <a:ext cx="3492105" cy="189945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1600" dirty="0"/>
              <a:t>Global platform</a:t>
            </a:r>
          </a:p>
          <a:p>
            <a:pPr>
              <a:buFont typeface="Arial" panose="020B0604020202020204" pitchFamily="34" charset="0"/>
              <a:buChar char="•"/>
            </a:pPr>
            <a:endParaRPr lang="en-US" sz="1600" dirty="0"/>
          </a:p>
          <a:p>
            <a:pPr>
              <a:buFont typeface="Arial" panose="020B0604020202020204" pitchFamily="34" charset="0"/>
              <a:buChar char="•"/>
            </a:pPr>
            <a:r>
              <a:rPr lang="en-US" sz="1600" dirty="0"/>
              <a:t>AI-powered breed-specific health and care plans</a:t>
            </a:r>
          </a:p>
          <a:p>
            <a:pPr>
              <a:buFont typeface="Arial" panose="020B0604020202020204" pitchFamily="34" charset="0"/>
              <a:buChar char="•"/>
            </a:pPr>
            <a:endParaRPr lang="en-US" sz="1600" dirty="0"/>
          </a:p>
          <a:p>
            <a:pPr>
              <a:buFont typeface="Arial" panose="020B0604020202020204" pitchFamily="34" charset="0"/>
              <a:buChar char="•"/>
            </a:pPr>
            <a:r>
              <a:rPr lang="en-US" sz="1600" dirty="0"/>
              <a:t>Active user forums for advice and support</a:t>
            </a:r>
          </a:p>
        </p:txBody>
      </p:sp>
      <p:sp>
        <p:nvSpPr>
          <p:cNvPr id="1012" name="Google Shape;1012;p35"/>
          <p:cNvSpPr txBox="1">
            <a:spLocks noGrp="1"/>
          </p:cNvSpPr>
          <p:nvPr>
            <p:ph type="subTitle" idx="3"/>
          </p:nvPr>
        </p:nvSpPr>
        <p:spPr>
          <a:xfrm>
            <a:off x="1181834" y="2055167"/>
            <a:ext cx="3128400" cy="421500"/>
          </a:xfrm>
          <a:prstGeom prst="rect">
            <a:avLst/>
          </a:prstGeom>
        </p:spPr>
        <p:txBody>
          <a:bodyPr spcFirstLastPara="1" wrap="square" lIns="91425" tIns="91425" rIns="91425" bIns="91425" anchor="b" anchorCtr="0">
            <a:noAutofit/>
          </a:bodyPr>
          <a:lstStyle/>
          <a:p>
            <a:pPr marL="0" lvl="0" indent="0"/>
            <a:r>
              <a:rPr lang="en-US" dirty="0"/>
              <a:t>All-in-one</a:t>
            </a:r>
          </a:p>
        </p:txBody>
      </p:sp>
      <p:sp>
        <p:nvSpPr>
          <p:cNvPr id="1013" name="Google Shape;1013;p35"/>
          <p:cNvSpPr txBox="1">
            <a:spLocks noGrp="1"/>
          </p:cNvSpPr>
          <p:nvPr>
            <p:ph type="subTitle" idx="4"/>
          </p:nvPr>
        </p:nvSpPr>
        <p:spPr>
          <a:xfrm>
            <a:off x="4917208" y="2055167"/>
            <a:ext cx="3128400" cy="421500"/>
          </a:xfrm>
          <a:prstGeom prst="rect">
            <a:avLst/>
          </a:prstGeom>
        </p:spPr>
        <p:txBody>
          <a:bodyPr spcFirstLastPara="1" wrap="square" lIns="91425" tIns="91425" rIns="91425" bIns="91425" anchor="b" anchorCtr="0">
            <a:noAutofit/>
          </a:bodyPr>
          <a:lstStyle/>
          <a:p>
            <a:pPr marL="0" lvl="0" indent="0"/>
            <a:r>
              <a:rPr lang="en" dirty="0"/>
              <a:t>Community</a:t>
            </a:r>
            <a:endParaRPr dirty="0"/>
          </a:p>
        </p:txBody>
      </p:sp>
      <p:grpSp>
        <p:nvGrpSpPr>
          <p:cNvPr id="1016" name="Google Shape;1016;p35"/>
          <p:cNvGrpSpPr/>
          <p:nvPr/>
        </p:nvGrpSpPr>
        <p:grpSpPr>
          <a:xfrm>
            <a:off x="1391075" y="1515804"/>
            <a:ext cx="340573" cy="339271"/>
            <a:chOff x="2085450" y="842250"/>
            <a:chExt cx="483700" cy="481850"/>
          </a:xfrm>
        </p:grpSpPr>
        <p:sp>
          <p:nvSpPr>
            <p:cNvPr id="1017" name="Google Shape;1017;p35"/>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18" name="Google Shape;1018;p35"/>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19" name="Google Shape;1019;p35"/>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020" name="Google Shape;1020;p35"/>
          <p:cNvGrpSpPr/>
          <p:nvPr/>
        </p:nvGrpSpPr>
        <p:grpSpPr>
          <a:xfrm>
            <a:off x="5065981" y="1520466"/>
            <a:ext cx="342578" cy="339271"/>
            <a:chOff x="5049728" y="1435049"/>
            <a:chExt cx="486547" cy="481850"/>
          </a:xfrm>
        </p:grpSpPr>
        <p:sp>
          <p:nvSpPr>
            <p:cNvPr id="1021" name="Google Shape;1021;p35"/>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22" name="Google Shape;1022;p35"/>
            <p:cNvSpPr/>
            <p:nvPr/>
          </p:nvSpPr>
          <p:spPr>
            <a:xfrm>
              <a:off x="5184928" y="1576249"/>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23" name="Google Shape;1023;p35"/>
            <p:cNvSpPr/>
            <p:nvPr/>
          </p:nvSpPr>
          <p:spPr>
            <a:xfrm>
              <a:off x="5049728" y="1435074"/>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24" name="Google Shape;1024;p35"/>
            <p:cNvSpPr/>
            <p:nvPr/>
          </p:nvSpPr>
          <p:spPr>
            <a:xfrm>
              <a:off x="5245825" y="1435049"/>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sp>
        <p:nvSpPr>
          <p:cNvPr id="4" name="TextBox 3">
            <a:extLst>
              <a:ext uri="{FF2B5EF4-FFF2-40B4-BE49-F238E27FC236}">
                <a16:creationId xmlns:a16="http://schemas.microsoft.com/office/drawing/2014/main" id="{F9AAE87B-2509-3CB4-F06D-3B509D5E196C}"/>
              </a:ext>
            </a:extLst>
          </p:cNvPr>
          <p:cNvSpPr txBox="1"/>
          <p:nvPr/>
        </p:nvSpPr>
        <p:spPr>
          <a:xfrm>
            <a:off x="8621486" y="4720046"/>
            <a:ext cx="284052" cy="307777"/>
          </a:xfrm>
          <a:prstGeom prst="rect">
            <a:avLst/>
          </a:prstGeom>
          <a:noFill/>
        </p:spPr>
        <p:txBody>
          <a:bodyPr wrap="none" rtlCol="0">
            <a:spAutoFit/>
          </a:bodyPr>
          <a:lstStyle/>
          <a:p>
            <a:r>
              <a:rPr lang="en-US"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1E1C2AA1-18C5-1D0F-1533-4E8C39F1B705}"/>
              </a:ext>
            </a:extLst>
          </p:cNvPr>
          <p:cNvSpPr>
            <a:spLocks noChangeArrowheads="1"/>
          </p:cNvSpPr>
          <p:nvPr/>
        </p:nvSpPr>
        <p:spPr bwMode="auto">
          <a:xfrm>
            <a:off x="722375" y="539499"/>
            <a:ext cx="7699200" cy="1045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25" tIns="91425" rIns="91425" bIns="91425" numCol="1" anchor="ctr" anchorCtr="0" compatLnSpc="1">
            <a:prstTxWarp prst="textNoShape">
              <a:avLst/>
            </a:prstTxWarp>
            <a:normAutofit fontScale="32500" lnSpcReduction="20000"/>
          </a:bodyPr>
          <a:lstStyle/>
          <a:p>
            <a:pPr marL="0" lvl="0" indent="0" defTabSz="914400" eaLnBrk="0" fontAlgn="base" latinLnBrk="0" hangingPunct="0">
              <a:lnSpc>
                <a:spcPct val="90000"/>
              </a:lnSpc>
              <a:spcAft>
                <a:spcPts val="600"/>
              </a:spcAft>
              <a:buClr>
                <a:schemeClr val="dk1"/>
              </a:buClr>
              <a:buSzPts val="2800"/>
              <a:tabLst/>
            </a:pPr>
            <a:r>
              <a:rPr lang="en-US" altLang="en-PK" sz="11200" b="1" dirty="0">
                <a:solidFill>
                  <a:schemeClr val="dk1"/>
                </a:solidFill>
                <a:latin typeface="Krona One" panose="020B0604020202020204" charset="0"/>
              </a:rPr>
              <a:t>Faculty Feedback</a:t>
            </a:r>
            <a:endParaRPr kumimoji="0" lang="en-US" altLang="en-PK" sz="11200" b="1" i="0" u="none" strike="noStrike" cap="none" normalizeH="0" baseline="0" dirty="0">
              <a:ln>
                <a:noFill/>
              </a:ln>
              <a:solidFill>
                <a:schemeClr val="dk1"/>
              </a:solidFill>
              <a:effectLst/>
              <a:latin typeface="Krona One" panose="020B0604020202020204" charset="0"/>
            </a:endParaRPr>
          </a:p>
          <a:p>
            <a:pPr marL="0" lvl="0" indent="0" defTabSz="914400" eaLnBrk="0" fontAlgn="base" latinLnBrk="0" hangingPunct="0">
              <a:lnSpc>
                <a:spcPct val="90000"/>
              </a:lnSpc>
              <a:spcAft>
                <a:spcPts val="600"/>
              </a:spcAft>
              <a:buClr>
                <a:schemeClr val="dk1"/>
              </a:buClr>
              <a:buSzPts val="2800"/>
              <a:tabLst/>
            </a:pPr>
            <a:br>
              <a:rPr kumimoji="0" lang="en-US" altLang="en-PK" sz="700" b="1" i="0" u="none" strike="noStrike" cap="none" normalizeH="0" baseline="0" dirty="0">
                <a:ln>
                  <a:noFill/>
                </a:ln>
                <a:solidFill>
                  <a:schemeClr val="dk1"/>
                </a:solidFill>
                <a:effectLst/>
              </a:rPr>
            </a:br>
            <a:endParaRPr kumimoji="0" lang="en-US" altLang="en-PK" sz="700" b="1" i="0" u="none" strike="noStrike" cap="none" normalizeH="0" baseline="0" dirty="0">
              <a:ln>
                <a:noFill/>
              </a:ln>
              <a:solidFill>
                <a:schemeClr val="dk1"/>
              </a:solidFill>
              <a:effectLst/>
            </a:endParaRPr>
          </a:p>
          <a:p>
            <a:pPr marL="0" lvl="0" indent="0" defTabSz="914400" eaLnBrk="0" fontAlgn="base" latinLnBrk="0" hangingPunct="0">
              <a:lnSpc>
                <a:spcPct val="90000"/>
              </a:lnSpc>
              <a:spcAft>
                <a:spcPts val="600"/>
              </a:spcAft>
              <a:buClr>
                <a:schemeClr val="dk1"/>
              </a:buClr>
              <a:buSzPts val="2800"/>
              <a:tabLst/>
            </a:pPr>
            <a:br>
              <a:rPr kumimoji="0" lang="en-US" altLang="en-PK" sz="700" b="1" i="0" u="none" strike="noStrike" cap="none" normalizeH="0" baseline="0" dirty="0">
                <a:ln>
                  <a:noFill/>
                </a:ln>
                <a:solidFill>
                  <a:schemeClr val="dk1"/>
                </a:solidFill>
                <a:effectLst/>
              </a:rPr>
            </a:br>
            <a:endParaRPr kumimoji="0" lang="en-US" altLang="en-PK" sz="700" b="1" i="0" u="none" strike="noStrike" cap="none" normalizeH="0" baseline="0" dirty="0">
              <a:ln>
                <a:noFill/>
              </a:ln>
              <a:solidFill>
                <a:schemeClr val="dk1"/>
              </a:solidFill>
              <a:effectLst/>
            </a:endParaRPr>
          </a:p>
          <a:p>
            <a:pPr marL="0" lvl="0" indent="0" defTabSz="914400" eaLnBrk="0" fontAlgn="base" latinLnBrk="0" hangingPunct="0">
              <a:lnSpc>
                <a:spcPct val="90000"/>
              </a:lnSpc>
              <a:spcAft>
                <a:spcPts val="600"/>
              </a:spcAft>
              <a:buClr>
                <a:schemeClr val="dk1"/>
              </a:buClr>
              <a:buSzPts val="2800"/>
              <a:tabLst/>
            </a:pPr>
            <a:br>
              <a:rPr kumimoji="0" lang="en-US" altLang="en-PK" sz="700" b="1" i="0" u="none" strike="noStrike" cap="none" normalizeH="0" baseline="0" dirty="0">
                <a:ln>
                  <a:noFill/>
                </a:ln>
                <a:solidFill>
                  <a:schemeClr val="dk1"/>
                </a:solidFill>
                <a:effectLst/>
              </a:rPr>
            </a:br>
            <a:endParaRPr kumimoji="0" lang="en-US" altLang="en-PK" sz="700" b="1" i="0" u="none" strike="noStrike" cap="none" normalizeH="0" baseline="0" dirty="0">
              <a:ln>
                <a:noFill/>
              </a:ln>
              <a:solidFill>
                <a:schemeClr val="dk1"/>
              </a:solidFill>
              <a:effectLst/>
            </a:endParaRPr>
          </a:p>
        </p:txBody>
      </p:sp>
      <p:graphicFrame>
        <p:nvGraphicFramePr>
          <p:cNvPr id="6" name="Table 5">
            <a:extLst>
              <a:ext uri="{FF2B5EF4-FFF2-40B4-BE49-F238E27FC236}">
                <a16:creationId xmlns:a16="http://schemas.microsoft.com/office/drawing/2014/main" id="{38CF92C1-ECE2-04E4-C0FB-10973CE4D616}"/>
              </a:ext>
            </a:extLst>
          </p:cNvPr>
          <p:cNvGraphicFramePr>
            <a:graphicFrameLocks noGrp="1"/>
          </p:cNvGraphicFramePr>
          <p:nvPr>
            <p:extLst>
              <p:ext uri="{D42A27DB-BD31-4B8C-83A1-F6EECF244321}">
                <p14:modId xmlns:p14="http://schemas.microsoft.com/office/powerpoint/2010/main" val="2191183972"/>
              </p:ext>
            </p:extLst>
          </p:nvPr>
        </p:nvGraphicFramePr>
        <p:xfrm>
          <a:off x="722375" y="1551647"/>
          <a:ext cx="7699200" cy="2815663"/>
        </p:xfrm>
        <a:graphic>
          <a:graphicData uri="http://schemas.openxmlformats.org/drawingml/2006/table">
            <a:tbl>
              <a:tblPr/>
              <a:tblGrid>
                <a:gridCol w="2475570">
                  <a:extLst>
                    <a:ext uri="{9D8B030D-6E8A-4147-A177-3AD203B41FA5}">
                      <a16:colId xmlns:a16="http://schemas.microsoft.com/office/drawing/2014/main" val="3343778414"/>
                    </a:ext>
                  </a:extLst>
                </a:gridCol>
                <a:gridCol w="5223630">
                  <a:extLst>
                    <a:ext uri="{9D8B030D-6E8A-4147-A177-3AD203B41FA5}">
                      <a16:colId xmlns:a16="http://schemas.microsoft.com/office/drawing/2014/main" val="2695526445"/>
                    </a:ext>
                  </a:extLst>
                </a:gridCol>
              </a:tblGrid>
              <a:tr h="463891">
                <a:tc>
                  <a:txBody>
                    <a:bodyPr/>
                    <a:lstStyle/>
                    <a:p>
                      <a:pPr marL="0" marR="0">
                        <a:buNone/>
                      </a:pPr>
                      <a:r>
                        <a:rPr lang="en-US" sz="1900" b="1" dirty="0">
                          <a:solidFill>
                            <a:srgbClr val="000000"/>
                          </a:solidFill>
                          <a:effectLst/>
                          <a:latin typeface="Montserrat" panose="00000500000000000000" pitchFamily="2" charset="0"/>
                        </a:rPr>
                        <a:t>Presentation </a:t>
                      </a:r>
                      <a:endParaRPr lang="en-US" sz="1900" dirty="0">
                        <a:effectLst/>
                        <a:latin typeface="Montserrat" panose="00000500000000000000" pitchFamily="2" charset="0"/>
                      </a:endParaRPr>
                    </a:p>
                  </a:txBody>
                  <a:tcPr marL="117068" marR="117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900" dirty="0">
                          <a:effectLst/>
                          <a:latin typeface="Montserrat" panose="00000500000000000000" pitchFamily="2" charset="0"/>
                        </a:rPr>
                        <a:t>Good Work</a:t>
                      </a:r>
                    </a:p>
                  </a:txBody>
                  <a:tcPr marL="117068" marR="117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9169054"/>
                  </a:ext>
                </a:extLst>
              </a:tr>
              <a:tr h="2351772">
                <a:tc>
                  <a:txBody>
                    <a:bodyPr/>
                    <a:lstStyle/>
                    <a:p>
                      <a:pPr marL="0" marR="0">
                        <a:buNone/>
                      </a:pPr>
                      <a:endParaRPr lang="en-US" sz="1900" b="1" dirty="0">
                        <a:solidFill>
                          <a:srgbClr val="000000"/>
                        </a:solidFill>
                        <a:effectLst/>
                        <a:latin typeface="Montserrat" panose="00000500000000000000" pitchFamily="2" charset="0"/>
                      </a:endParaRPr>
                    </a:p>
                    <a:p>
                      <a:pPr marL="0" marR="0">
                        <a:buNone/>
                      </a:pPr>
                      <a:r>
                        <a:rPr lang="en-US" sz="1900" b="1" dirty="0">
                          <a:solidFill>
                            <a:srgbClr val="000000"/>
                          </a:solidFill>
                          <a:effectLst/>
                          <a:latin typeface="Montserrat" panose="00000500000000000000" pitchFamily="2" charset="0"/>
                        </a:rPr>
                        <a:t>Comments </a:t>
                      </a:r>
                      <a:endParaRPr lang="en-US" sz="1900" dirty="0">
                        <a:effectLst/>
                        <a:latin typeface="Montserrat" panose="00000500000000000000" pitchFamily="2" charset="0"/>
                      </a:endParaRPr>
                    </a:p>
                  </a:txBody>
                  <a:tcPr marL="117068" marR="117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85750" marR="0" indent="-285750">
                        <a:buFont typeface="Arial" panose="020B0604020202020204" pitchFamily="34" charset="0"/>
                        <a:buChar char="•"/>
                      </a:pPr>
                      <a:endParaRPr lang="en-US" sz="1800" b="0" i="0" u="none" strike="noStrike" cap="none" dirty="0">
                        <a:solidFill>
                          <a:schemeClr val="tx1"/>
                        </a:solidFill>
                        <a:effectLst/>
                        <a:latin typeface="Montserrat" panose="00000500000000000000" pitchFamily="2" charset="0"/>
                        <a:ea typeface="+mn-ea"/>
                        <a:cs typeface="+mn-cs"/>
                        <a:sym typeface="Arial"/>
                      </a:endParaRPr>
                    </a:p>
                    <a:p>
                      <a:pPr marL="285750" marR="0" indent="-285750">
                        <a:buFont typeface="Arial" panose="020B0604020202020204" pitchFamily="34" charset="0"/>
                        <a:buChar char="•"/>
                      </a:pPr>
                      <a:r>
                        <a:rPr lang="en-US" sz="1800" b="0" i="0" u="none" strike="noStrike" cap="none" dirty="0">
                          <a:solidFill>
                            <a:schemeClr val="tx1"/>
                          </a:solidFill>
                          <a:effectLst/>
                          <a:latin typeface="Montserrat" panose="00000500000000000000" pitchFamily="2" charset="0"/>
                          <a:ea typeface="+mn-ea"/>
                          <a:cs typeface="+mn-cs"/>
                          <a:sym typeface="Arial"/>
                        </a:rPr>
                        <a:t>UI needs improvements</a:t>
                      </a:r>
                    </a:p>
                  </a:txBody>
                  <a:tcPr marL="117068" marR="1170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2505119"/>
                  </a:ext>
                </a:extLst>
              </a:tr>
            </a:tbl>
          </a:graphicData>
        </a:graphic>
      </p:graphicFrame>
      <p:sp>
        <p:nvSpPr>
          <p:cNvPr id="2" name="TextBox 1">
            <a:extLst>
              <a:ext uri="{FF2B5EF4-FFF2-40B4-BE49-F238E27FC236}">
                <a16:creationId xmlns:a16="http://schemas.microsoft.com/office/drawing/2014/main" id="{30509ADC-8AC6-DBC9-BE03-6EEBF4DBEF87}"/>
              </a:ext>
            </a:extLst>
          </p:cNvPr>
          <p:cNvSpPr txBox="1"/>
          <p:nvPr/>
        </p:nvSpPr>
        <p:spPr>
          <a:xfrm>
            <a:off x="8621486" y="4720046"/>
            <a:ext cx="284052" cy="307777"/>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2445744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3D364-6BB0-74EB-DD5F-38737B5C1E9A}"/>
              </a:ext>
            </a:extLst>
          </p:cNvPr>
          <p:cNvSpPr>
            <a:spLocks noGrp="1"/>
          </p:cNvSpPr>
          <p:nvPr>
            <p:ph type="title"/>
          </p:nvPr>
        </p:nvSpPr>
        <p:spPr/>
        <p:txBody>
          <a:bodyPr/>
          <a:lstStyle/>
          <a:p>
            <a:endParaRPr lang="en-PK"/>
          </a:p>
        </p:txBody>
      </p:sp>
      <p:pic>
        <p:nvPicPr>
          <p:cNvPr id="20" name="Picture 19" descr="A screenshot of a computer&#10;&#10;AI-generated content may be incorrect.">
            <a:extLst>
              <a:ext uri="{FF2B5EF4-FFF2-40B4-BE49-F238E27FC236}">
                <a16:creationId xmlns:a16="http://schemas.microsoft.com/office/drawing/2014/main" id="{AADC0CBE-4324-97ED-DE3A-B676458EBB89}"/>
              </a:ext>
            </a:extLst>
          </p:cNvPr>
          <p:cNvPicPr>
            <a:picLocks noChangeAspect="1"/>
          </p:cNvPicPr>
          <p:nvPr/>
        </p:nvPicPr>
        <p:blipFill>
          <a:blip r:embed="rId3"/>
          <a:stretch>
            <a:fillRect/>
          </a:stretch>
        </p:blipFill>
        <p:spPr>
          <a:xfrm>
            <a:off x="819193" y="0"/>
            <a:ext cx="7505613" cy="4921405"/>
          </a:xfrm>
          <a:prstGeom prst="rect">
            <a:avLst/>
          </a:prstGeom>
        </p:spPr>
      </p:pic>
      <p:sp>
        <p:nvSpPr>
          <p:cNvPr id="3" name="TextBox 2">
            <a:extLst>
              <a:ext uri="{FF2B5EF4-FFF2-40B4-BE49-F238E27FC236}">
                <a16:creationId xmlns:a16="http://schemas.microsoft.com/office/drawing/2014/main" id="{F7CE962A-502E-8236-6B7B-CEDE87617D7E}"/>
              </a:ext>
            </a:extLst>
          </p:cNvPr>
          <p:cNvSpPr txBox="1"/>
          <p:nvPr/>
        </p:nvSpPr>
        <p:spPr>
          <a:xfrm>
            <a:off x="8621486" y="4720046"/>
            <a:ext cx="284052" cy="307777"/>
          </a:xfrm>
          <a:prstGeom prst="rect">
            <a:avLst/>
          </a:prstGeom>
          <a:noFill/>
        </p:spPr>
        <p:txBody>
          <a:bodyPr wrap="none" rtlCol="0">
            <a:spAutoFit/>
          </a:bodyPr>
          <a:lstStyle/>
          <a:p>
            <a:r>
              <a:rPr lang="en-US" dirty="0"/>
              <a:t>8</a:t>
            </a:r>
          </a:p>
        </p:txBody>
      </p:sp>
    </p:spTree>
    <p:extLst>
      <p:ext uri="{BB962C8B-B14F-4D97-AF65-F5344CB8AC3E}">
        <p14:creationId xmlns:p14="http://schemas.microsoft.com/office/powerpoint/2010/main" val="1487554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C0326-4399-C386-397B-74EFEC35F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F413E-F4DA-863E-BA5F-717178E8456E}"/>
              </a:ext>
            </a:extLst>
          </p:cNvPr>
          <p:cNvSpPr>
            <a:spLocks noGrp="1"/>
          </p:cNvSpPr>
          <p:nvPr>
            <p:ph type="title"/>
          </p:nvPr>
        </p:nvSpPr>
        <p:spPr/>
        <p:txBody>
          <a:bodyPr/>
          <a:lstStyle/>
          <a:p>
            <a:endParaRPr lang="en-PK"/>
          </a:p>
        </p:txBody>
      </p:sp>
      <p:sp>
        <p:nvSpPr>
          <p:cNvPr id="3" name="TextBox 2">
            <a:extLst>
              <a:ext uri="{FF2B5EF4-FFF2-40B4-BE49-F238E27FC236}">
                <a16:creationId xmlns:a16="http://schemas.microsoft.com/office/drawing/2014/main" id="{AE7A1887-F9D2-0B5D-AEA7-E0DA637E8831}"/>
              </a:ext>
            </a:extLst>
          </p:cNvPr>
          <p:cNvSpPr txBox="1"/>
          <p:nvPr/>
        </p:nvSpPr>
        <p:spPr>
          <a:xfrm>
            <a:off x="8621486" y="4720046"/>
            <a:ext cx="383438" cy="307777"/>
          </a:xfrm>
          <a:prstGeom prst="rect">
            <a:avLst/>
          </a:prstGeom>
          <a:noFill/>
        </p:spPr>
        <p:txBody>
          <a:bodyPr wrap="none" rtlCol="0">
            <a:spAutoFit/>
          </a:bodyPr>
          <a:lstStyle/>
          <a:p>
            <a:r>
              <a:rPr lang="en-US" dirty="0"/>
              <a:t>10</a:t>
            </a:r>
          </a:p>
        </p:txBody>
      </p:sp>
      <p:pic>
        <p:nvPicPr>
          <p:cNvPr id="5" name="Picture 4">
            <a:extLst>
              <a:ext uri="{FF2B5EF4-FFF2-40B4-BE49-F238E27FC236}">
                <a16:creationId xmlns:a16="http://schemas.microsoft.com/office/drawing/2014/main" id="{C335133B-2D04-937F-27D5-95946E6841AE}"/>
              </a:ext>
            </a:extLst>
          </p:cNvPr>
          <p:cNvPicPr>
            <a:picLocks noChangeAspect="1"/>
          </p:cNvPicPr>
          <p:nvPr/>
        </p:nvPicPr>
        <p:blipFill>
          <a:blip r:embed="rId3"/>
          <a:stretch>
            <a:fillRect/>
          </a:stretch>
        </p:blipFill>
        <p:spPr>
          <a:xfrm>
            <a:off x="0" y="0"/>
            <a:ext cx="9144000" cy="5205611"/>
          </a:xfrm>
          <a:prstGeom prst="rect">
            <a:avLst/>
          </a:prstGeom>
        </p:spPr>
      </p:pic>
    </p:spTree>
    <p:extLst>
      <p:ext uri="{BB962C8B-B14F-4D97-AF65-F5344CB8AC3E}">
        <p14:creationId xmlns:p14="http://schemas.microsoft.com/office/powerpoint/2010/main" val="3911729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46E26956-28C5-E422-D135-662110F5E4B8}"/>
            </a:ext>
          </a:extLst>
        </p:cNvPr>
        <p:cNvGrpSpPr/>
        <p:nvPr/>
      </p:nvGrpSpPr>
      <p:grpSpPr>
        <a:xfrm>
          <a:off x="0" y="0"/>
          <a:ext cx="0" cy="0"/>
          <a:chOff x="0" y="0"/>
          <a:chExt cx="0" cy="0"/>
        </a:xfrm>
      </p:grpSpPr>
      <p:sp>
        <p:nvSpPr>
          <p:cNvPr id="1002" name="Google Shape;1002;p34">
            <a:extLst>
              <a:ext uri="{FF2B5EF4-FFF2-40B4-BE49-F238E27FC236}">
                <a16:creationId xmlns:a16="http://schemas.microsoft.com/office/drawing/2014/main" id="{B19E3AF7-B11A-A83C-5601-E1AA66EB0463}"/>
              </a:ext>
            </a:extLst>
          </p:cNvPr>
          <p:cNvSpPr txBox="1">
            <a:spLocks noGrp="1"/>
          </p:cNvSpPr>
          <p:nvPr>
            <p:ph type="title"/>
          </p:nvPr>
        </p:nvSpPr>
        <p:spPr>
          <a:xfrm>
            <a:off x="2917050" y="2344638"/>
            <a:ext cx="4316374" cy="150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a:t>
            </a:r>
            <a:r>
              <a:rPr lang="en" dirty="0"/>
              <a:t>teration 03  </a:t>
            </a:r>
            <a:endParaRPr dirty="0"/>
          </a:p>
        </p:txBody>
      </p:sp>
      <p:sp>
        <p:nvSpPr>
          <p:cNvPr id="1003" name="Google Shape;1003;p34">
            <a:extLst>
              <a:ext uri="{FF2B5EF4-FFF2-40B4-BE49-F238E27FC236}">
                <a16:creationId xmlns:a16="http://schemas.microsoft.com/office/drawing/2014/main" id="{D3E002CA-763B-BAFE-3A1D-F90873D15C11}"/>
              </a:ext>
            </a:extLst>
          </p:cNvPr>
          <p:cNvSpPr txBox="1">
            <a:spLocks noGrp="1"/>
          </p:cNvSpPr>
          <p:nvPr>
            <p:ph type="title" idx="2"/>
          </p:nvPr>
        </p:nvSpPr>
        <p:spPr>
          <a:xfrm>
            <a:off x="2917062" y="1297063"/>
            <a:ext cx="1632900" cy="99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1004" name="Google Shape;1004;p34">
            <a:extLst>
              <a:ext uri="{FF2B5EF4-FFF2-40B4-BE49-F238E27FC236}">
                <a16:creationId xmlns:a16="http://schemas.microsoft.com/office/drawing/2014/main" id="{1C7B5DBE-1679-A814-8ADD-073E5443AAC1}"/>
              </a:ext>
            </a:extLst>
          </p:cNvPr>
          <p:cNvSpPr/>
          <p:nvPr/>
        </p:nvSpPr>
        <p:spPr>
          <a:xfrm>
            <a:off x="3104675" y="217937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TextBox 1">
            <a:extLst>
              <a:ext uri="{FF2B5EF4-FFF2-40B4-BE49-F238E27FC236}">
                <a16:creationId xmlns:a16="http://schemas.microsoft.com/office/drawing/2014/main" id="{CD5FD551-386B-8964-EC47-4510B21B6A8D}"/>
              </a:ext>
            </a:extLst>
          </p:cNvPr>
          <p:cNvSpPr txBox="1"/>
          <p:nvPr/>
        </p:nvSpPr>
        <p:spPr>
          <a:xfrm>
            <a:off x="8621486" y="4720046"/>
            <a:ext cx="383438" cy="307777"/>
          </a:xfrm>
          <a:prstGeom prst="rect">
            <a:avLst/>
          </a:prstGeom>
          <a:noFill/>
        </p:spPr>
        <p:txBody>
          <a:bodyPr wrap="none" rtlCol="0">
            <a:spAutoFit/>
          </a:bodyPr>
          <a:lstStyle/>
          <a:p>
            <a:r>
              <a:rPr lang="en-US" dirty="0"/>
              <a:t>11</a:t>
            </a:r>
          </a:p>
        </p:txBody>
      </p:sp>
    </p:spTree>
    <p:extLst>
      <p:ext uri="{BB962C8B-B14F-4D97-AF65-F5344CB8AC3E}">
        <p14:creationId xmlns:p14="http://schemas.microsoft.com/office/powerpoint/2010/main" val="116885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0"/>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B00A5DC-E561-BDB1-894A-19DE3D2940B2}"/>
              </a:ext>
            </a:extLst>
          </p:cNvPr>
          <p:cNvSpPr/>
          <p:nvPr/>
        </p:nvSpPr>
        <p:spPr>
          <a:xfrm>
            <a:off x="722374" y="2547579"/>
            <a:ext cx="5169524" cy="1092692"/>
          </a:xfrm>
          <a:prstGeom prst="roundRect">
            <a:avLst/>
          </a:prstGeom>
          <a:solidFill>
            <a:schemeClr val="accent1">
              <a:lumMod val="40000"/>
              <a:lumOff val="60000"/>
            </a:schemeClr>
          </a:solidFill>
          <a:ln>
            <a:solidFill>
              <a:schemeClr val="accent2">
                <a:lumMod val="95000"/>
              </a:schemeClr>
            </a:solidFill>
          </a:ln>
          <a:effectLst>
            <a:innerShdw dist="76200" dir="19140000">
              <a:schemeClr val="accent3">
                <a:lumMod val="50000"/>
                <a:alpha val="79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 name="Rectangle: Rounded Corners 3">
            <a:extLst>
              <a:ext uri="{FF2B5EF4-FFF2-40B4-BE49-F238E27FC236}">
                <a16:creationId xmlns:a16="http://schemas.microsoft.com/office/drawing/2014/main" id="{4FD7C48D-C9D4-DCD9-F956-DE3C05AA77F9}"/>
              </a:ext>
            </a:extLst>
          </p:cNvPr>
          <p:cNvSpPr/>
          <p:nvPr/>
        </p:nvSpPr>
        <p:spPr>
          <a:xfrm>
            <a:off x="722375" y="3834359"/>
            <a:ext cx="5169523" cy="1053720"/>
          </a:xfrm>
          <a:prstGeom prst="roundRect">
            <a:avLst/>
          </a:prstGeom>
          <a:solidFill>
            <a:schemeClr val="accent1">
              <a:lumMod val="40000"/>
              <a:lumOff val="60000"/>
            </a:schemeClr>
          </a:solidFill>
          <a:ln>
            <a:solidFill>
              <a:schemeClr val="accent2">
                <a:lumMod val="95000"/>
              </a:schemeClr>
            </a:solidFill>
          </a:ln>
          <a:effectLst>
            <a:innerShdw dist="76200" dir="19140000">
              <a:schemeClr val="accent3">
                <a:lumMod val="50000"/>
                <a:alpha val="79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 name="Rectangle: Rounded Corners 1">
            <a:extLst>
              <a:ext uri="{FF2B5EF4-FFF2-40B4-BE49-F238E27FC236}">
                <a16:creationId xmlns:a16="http://schemas.microsoft.com/office/drawing/2014/main" id="{AC547FEF-A6C5-5A7B-6C8D-16054ABFDE71}"/>
              </a:ext>
            </a:extLst>
          </p:cNvPr>
          <p:cNvSpPr/>
          <p:nvPr/>
        </p:nvSpPr>
        <p:spPr>
          <a:xfrm>
            <a:off x="722375" y="1287203"/>
            <a:ext cx="5169523" cy="1092692"/>
          </a:xfrm>
          <a:prstGeom prst="roundRect">
            <a:avLst/>
          </a:prstGeom>
          <a:solidFill>
            <a:schemeClr val="accent1">
              <a:lumMod val="40000"/>
              <a:lumOff val="60000"/>
            </a:schemeClr>
          </a:solidFill>
          <a:ln>
            <a:solidFill>
              <a:schemeClr val="accent2">
                <a:lumMod val="95000"/>
              </a:schemeClr>
            </a:solidFill>
          </a:ln>
          <a:effectLst>
            <a:innerShdw dist="76200" dir="19140000">
              <a:schemeClr val="accent3">
                <a:lumMod val="50000"/>
                <a:alpha val="79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91" name="Google Shape;991;p33"/>
          <p:cNvSpPr txBox="1">
            <a:spLocks noGrp="1"/>
          </p:cNvSpPr>
          <p:nvPr>
            <p:ph type="title"/>
          </p:nvPr>
        </p:nvSpPr>
        <p:spPr>
          <a:xfrm>
            <a:off x="722375" y="539500"/>
            <a:ext cx="4143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Goals</a:t>
            </a:r>
            <a:endParaRPr dirty="0"/>
          </a:p>
        </p:txBody>
      </p:sp>
      <p:sp>
        <p:nvSpPr>
          <p:cNvPr id="992" name="Google Shape;992;p33"/>
          <p:cNvSpPr txBox="1">
            <a:spLocks noGrp="1"/>
          </p:cNvSpPr>
          <p:nvPr>
            <p:ph type="body" idx="1"/>
          </p:nvPr>
        </p:nvSpPr>
        <p:spPr>
          <a:xfrm>
            <a:off x="722375" y="1321409"/>
            <a:ext cx="7767420" cy="3566670"/>
          </a:xfrm>
          <a:prstGeom prst="rect">
            <a:avLst/>
          </a:prstGeom>
        </p:spPr>
        <p:txBody>
          <a:bodyPr spcFirstLastPara="1" wrap="square" lIns="91425" tIns="91425" rIns="91425" bIns="91425" anchor="t" anchorCtr="0">
            <a:noAutofit/>
          </a:bodyPr>
          <a:lstStyle/>
          <a:p>
            <a:pPr marL="152400" indent="0">
              <a:buNone/>
            </a:pPr>
            <a:r>
              <a:rPr lang="en-US" sz="1400" b="1" dirty="0"/>
              <a:t>1. Marketplace</a:t>
            </a:r>
          </a:p>
          <a:p>
            <a:pPr marL="152400" indent="0">
              <a:buNone/>
            </a:pPr>
            <a:r>
              <a:rPr lang="en-US" sz="1400" dirty="0"/>
              <a:t>   - Developing a multi-vendor e-commerce platform.</a:t>
            </a:r>
          </a:p>
          <a:p>
            <a:pPr marL="152400" indent="0">
              <a:buNone/>
            </a:pPr>
            <a:r>
              <a:rPr lang="en-US" sz="1400" dirty="0"/>
              <a:t>   -Implementing a robust rating and review</a:t>
            </a:r>
            <a:br>
              <a:rPr lang="en-US" sz="1400" dirty="0"/>
            </a:br>
            <a:endParaRPr lang="en-US" sz="1400" dirty="0"/>
          </a:p>
          <a:p>
            <a:pPr marL="152400" indent="0">
              <a:buNone/>
            </a:pPr>
            <a:endParaRPr lang="en-US" sz="1400" dirty="0"/>
          </a:p>
          <a:p>
            <a:pPr marL="152400" indent="0">
              <a:buNone/>
            </a:pPr>
            <a:endParaRPr lang="en-US" sz="1400" b="1" dirty="0"/>
          </a:p>
          <a:p>
            <a:pPr marL="152400" indent="0">
              <a:buNone/>
            </a:pPr>
            <a:r>
              <a:rPr lang="en-US" sz="1400" b="1" dirty="0"/>
              <a:t>2. Community Hub</a:t>
            </a:r>
          </a:p>
          <a:p>
            <a:pPr marL="152400" indent="0">
              <a:buNone/>
            </a:pPr>
            <a:r>
              <a:rPr lang="en-US" sz="1400" dirty="0"/>
              <a:t>   - Developing a real-time social forum for pet owners</a:t>
            </a:r>
          </a:p>
          <a:p>
            <a:pPr marL="152400" indent="0">
              <a:buNone/>
            </a:pPr>
            <a:r>
              <a:rPr lang="en-US" sz="1400" dirty="0"/>
              <a:t>   - Facilitating pet adoptions</a:t>
            </a:r>
          </a:p>
          <a:p>
            <a:pPr marL="152400" indent="0">
              <a:buNone/>
            </a:pPr>
            <a:r>
              <a:rPr lang="en-US" sz="1400" dirty="0"/>
              <a:t>   - Event management with RSVP tracking..</a:t>
            </a:r>
          </a:p>
          <a:p>
            <a:pPr marL="152400" indent="0">
              <a:buNone/>
            </a:pPr>
            <a:endParaRPr lang="en-US" sz="1400" dirty="0"/>
          </a:p>
          <a:p>
            <a:pPr marL="152400" indent="0">
              <a:buNone/>
            </a:pPr>
            <a:endParaRPr lang="en-US" sz="1400" dirty="0"/>
          </a:p>
          <a:p>
            <a:pPr marL="152400" indent="0">
              <a:buNone/>
            </a:pPr>
            <a:r>
              <a:rPr lang="en-US" sz="1400" b="1" dirty="0"/>
              <a:t>3. Caregiver Services</a:t>
            </a:r>
            <a:endParaRPr lang="en-US" sz="1400" dirty="0"/>
          </a:p>
          <a:p>
            <a:pPr marL="152400" indent="0">
              <a:buNone/>
            </a:pPr>
            <a:r>
              <a:rPr lang="en-US" sz="1400" dirty="0"/>
              <a:t>   - Connecting owners with verified pet walkers </a:t>
            </a:r>
          </a:p>
          <a:p>
            <a:pPr marL="152400" indent="0">
              <a:buNone/>
            </a:pPr>
            <a:r>
              <a:rPr lang="en-US" sz="1400" dirty="0"/>
              <a:t>      and sitters through a booking system.</a:t>
            </a:r>
            <a:br>
              <a:rPr lang="en-US" dirty="0"/>
            </a:br>
            <a:endParaRPr lang="en-US" dirty="0"/>
          </a:p>
        </p:txBody>
      </p:sp>
      <p:grpSp>
        <p:nvGrpSpPr>
          <p:cNvPr id="994" name="Google Shape;994;p33"/>
          <p:cNvGrpSpPr/>
          <p:nvPr/>
        </p:nvGrpSpPr>
        <p:grpSpPr>
          <a:xfrm>
            <a:off x="5164300" y="-713303"/>
            <a:ext cx="1828800" cy="1828800"/>
            <a:chOff x="8160150" y="2659825"/>
            <a:chExt cx="1828800" cy="1828800"/>
          </a:xfrm>
        </p:grpSpPr>
        <p:sp>
          <p:nvSpPr>
            <p:cNvPr id="995" name="Google Shape;995;p33"/>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96" name="Google Shape;996;p33"/>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97" name="Google Shape;997;p33"/>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
        <p:nvSpPr>
          <p:cNvPr id="5" name="TextBox 4">
            <a:extLst>
              <a:ext uri="{FF2B5EF4-FFF2-40B4-BE49-F238E27FC236}">
                <a16:creationId xmlns:a16="http://schemas.microsoft.com/office/drawing/2014/main" id="{DD3C6EE5-E474-7A9D-8D2C-401A17A47529}"/>
              </a:ext>
            </a:extLst>
          </p:cNvPr>
          <p:cNvSpPr txBox="1"/>
          <p:nvPr/>
        </p:nvSpPr>
        <p:spPr>
          <a:xfrm>
            <a:off x="8489795" y="4693991"/>
            <a:ext cx="383438" cy="307777"/>
          </a:xfrm>
          <a:prstGeom prst="rect">
            <a:avLst/>
          </a:prstGeom>
          <a:noFill/>
        </p:spPr>
        <p:txBody>
          <a:bodyPr wrap="none" rtlCol="0">
            <a:spAutoFit/>
          </a:bodyPr>
          <a:lstStyle/>
          <a:p>
            <a:r>
              <a:rPr lang="en-US" dirty="0"/>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0">
          <a:extLst>
            <a:ext uri="{FF2B5EF4-FFF2-40B4-BE49-F238E27FC236}">
              <a16:creationId xmlns:a16="http://schemas.microsoft.com/office/drawing/2014/main" id="{66C66D47-E086-DE8B-3C4B-380896D3BA1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88C0547-9E7C-19C0-DC77-323302469CF5}"/>
              </a:ext>
            </a:extLst>
          </p:cNvPr>
          <p:cNvSpPr/>
          <p:nvPr/>
        </p:nvSpPr>
        <p:spPr>
          <a:xfrm>
            <a:off x="722375" y="2950525"/>
            <a:ext cx="5169523" cy="1053720"/>
          </a:xfrm>
          <a:prstGeom prst="roundRect">
            <a:avLst/>
          </a:prstGeom>
          <a:solidFill>
            <a:schemeClr val="accent1">
              <a:lumMod val="40000"/>
              <a:lumOff val="60000"/>
            </a:schemeClr>
          </a:solidFill>
          <a:ln>
            <a:solidFill>
              <a:schemeClr val="accent2">
                <a:lumMod val="95000"/>
              </a:schemeClr>
            </a:solidFill>
          </a:ln>
          <a:effectLst>
            <a:innerShdw dist="76200" dir="19140000">
              <a:schemeClr val="accent3">
                <a:lumMod val="50000"/>
                <a:alpha val="79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 name="Rectangle: Rounded Corners 1">
            <a:extLst>
              <a:ext uri="{FF2B5EF4-FFF2-40B4-BE49-F238E27FC236}">
                <a16:creationId xmlns:a16="http://schemas.microsoft.com/office/drawing/2014/main" id="{AE9C7E27-A627-4FC1-CE64-7C1BB27C6DA8}"/>
              </a:ext>
            </a:extLst>
          </p:cNvPr>
          <p:cNvSpPr/>
          <p:nvPr/>
        </p:nvSpPr>
        <p:spPr>
          <a:xfrm>
            <a:off x="722375" y="1663589"/>
            <a:ext cx="5169523" cy="1211496"/>
          </a:xfrm>
          <a:prstGeom prst="roundRect">
            <a:avLst/>
          </a:prstGeom>
          <a:solidFill>
            <a:schemeClr val="accent1">
              <a:lumMod val="40000"/>
              <a:lumOff val="60000"/>
            </a:schemeClr>
          </a:solidFill>
          <a:ln>
            <a:solidFill>
              <a:schemeClr val="accent2">
                <a:lumMod val="95000"/>
              </a:schemeClr>
            </a:solidFill>
          </a:ln>
          <a:effectLst>
            <a:innerShdw dist="76200" dir="19140000">
              <a:schemeClr val="accent3">
                <a:lumMod val="50000"/>
                <a:alpha val="79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91" name="Google Shape;991;p33">
            <a:extLst>
              <a:ext uri="{FF2B5EF4-FFF2-40B4-BE49-F238E27FC236}">
                <a16:creationId xmlns:a16="http://schemas.microsoft.com/office/drawing/2014/main" id="{984172D3-9D5A-7852-C4A0-488E4D392CEF}"/>
              </a:ext>
            </a:extLst>
          </p:cNvPr>
          <p:cNvSpPr txBox="1">
            <a:spLocks noGrp="1"/>
          </p:cNvSpPr>
          <p:nvPr>
            <p:ph type="title"/>
          </p:nvPr>
        </p:nvSpPr>
        <p:spPr>
          <a:xfrm>
            <a:off x="722375" y="539500"/>
            <a:ext cx="4143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Goals</a:t>
            </a:r>
            <a:endParaRPr dirty="0"/>
          </a:p>
        </p:txBody>
      </p:sp>
      <p:sp>
        <p:nvSpPr>
          <p:cNvPr id="992" name="Google Shape;992;p33">
            <a:extLst>
              <a:ext uri="{FF2B5EF4-FFF2-40B4-BE49-F238E27FC236}">
                <a16:creationId xmlns:a16="http://schemas.microsoft.com/office/drawing/2014/main" id="{28C1E1C9-B12F-D0B4-6D25-FE06ECA9DA81}"/>
              </a:ext>
            </a:extLst>
          </p:cNvPr>
          <p:cNvSpPr txBox="1">
            <a:spLocks noGrp="1"/>
          </p:cNvSpPr>
          <p:nvPr>
            <p:ph type="body" idx="1"/>
          </p:nvPr>
        </p:nvSpPr>
        <p:spPr>
          <a:xfrm>
            <a:off x="722375" y="1467047"/>
            <a:ext cx="7767420" cy="2770415"/>
          </a:xfrm>
          <a:prstGeom prst="rect">
            <a:avLst/>
          </a:prstGeom>
        </p:spPr>
        <p:txBody>
          <a:bodyPr spcFirstLastPara="1" wrap="square" lIns="91425" tIns="91425" rIns="91425" bIns="91425" anchor="t" anchorCtr="0">
            <a:noAutofit/>
          </a:bodyPr>
          <a:lstStyle/>
          <a:p>
            <a:pPr marL="152400" indent="0">
              <a:buNone/>
            </a:pPr>
            <a:endParaRPr lang="en-US" dirty="0"/>
          </a:p>
          <a:p>
            <a:pPr marL="152400" indent="0">
              <a:buNone/>
            </a:pPr>
            <a:r>
              <a:rPr lang="en-US" sz="1400" b="1" dirty="0"/>
              <a:t>4. Admin Portal </a:t>
            </a:r>
          </a:p>
          <a:p>
            <a:pPr marL="152400" indent="0">
              <a:buNone/>
            </a:pPr>
            <a:r>
              <a:rPr lang="en-US" sz="1400" dirty="0"/>
              <a:t>   - Building a centralized dashboard for role-based </a:t>
            </a:r>
          </a:p>
          <a:p>
            <a:pPr marL="152400" indent="0">
              <a:buNone/>
            </a:pPr>
            <a:r>
              <a:rPr lang="en-US" sz="1400" dirty="0"/>
              <a:t>      access control. </a:t>
            </a:r>
          </a:p>
          <a:p>
            <a:pPr marL="152400" indent="0">
              <a:buNone/>
            </a:pPr>
            <a:r>
              <a:rPr lang="en-US" sz="1400" dirty="0"/>
              <a:t>   - Developing real-time system monitoring,</a:t>
            </a:r>
          </a:p>
          <a:p>
            <a:pPr marL="152400" indent="0">
              <a:buNone/>
            </a:pPr>
            <a:r>
              <a:rPr lang="en-US" sz="1400" dirty="0"/>
              <a:t>    - Analytics reporting.</a:t>
            </a:r>
          </a:p>
          <a:p>
            <a:pPr marL="152400" indent="0">
              <a:buNone/>
            </a:pPr>
            <a:r>
              <a:rPr lang="en-US" sz="1400" dirty="0"/>
              <a:t>   </a:t>
            </a:r>
          </a:p>
          <a:p>
            <a:pPr marL="152400" indent="0">
              <a:buNone/>
            </a:pPr>
            <a:endParaRPr lang="en-US" sz="1400" dirty="0"/>
          </a:p>
          <a:p>
            <a:pPr marL="152400" indent="0">
              <a:buNone/>
            </a:pPr>
            <a:r>
              <a:rPr lang="en-US" sz="1400" b="1" dirty="0"/>
              <a:t>5. Backend API Base Structure</a:t>
            </a:r>
            <a:endParaRPr lang="en-US" sz="1400" dirty="0"/>
          </a:p>
          <a:p>
            <a:pPr marL="152400" indent="0">
              <a:buNone/>
            </a:pPr>
            <a:r>
              <a:rPr lang="en-US" sz="1400" dirty="0"/>
              <a:t>   - RESTful API architecture</a:t>
            </a:r>
          </a:p>
          <a:p>
            <a:pPr marL="152400" indent="0">
              <a:buNone/>
            </a:pPr>
            <a:r>
              <a:rPr lang="en-US" sz="1400" dirty="0"/>
              <a:t>   - Core API endpoints implementation</a:t>
            </a:r>
          </a:p>
          <a:p>
            <a:pPr marL="457200" lvl="0" indent="-304800" algn="l" rtl="0">
              <a:spcBef>
                <a:spcPts val="1000"/>
              </a:spcBef>
              <a:spcAft>
                <a:spcPts val="0"/>
              </a:spcAft>
              <a:buSzPts val="1200"/>
              <a:buChar char="●"/>
            </a:pPr>
            <a:endParaRPr sz="1400" dirty="0"/>
          </a:p>
        </p:txBody>
      </p:sp>
      <p:grpSp>
        <p:nvGrpSpPr>
          <p:cNvPr id="994" name="Google Shape;994;p33">
            <a:extLst>
              <a:ext uri="{FF2B5EF4-FFF2-40B4-BE49-F238E27FC236}">
                <a16:creationId xmlns:a16="http://schemas.microsoft.com/office/drawing/2014/main" id="{103A6273-D86A-E744-8074-FAFEB6754541}"/>
              </a:ext>
            </a:extLst>
          </p:cNvPr>
          <p:cNvGrpSpPr/>
          <p:nvPr/>
        </p:nvGrpSpPr>
        <p:grpSpPr>
          <a:xfrm>
            <a:off x="5164300" y="-713303"/>
            <a:ext cx="1828800" cy="1828800"/>
            <a:chOff x="8160150" y="2659825"/>
            <a:chExt cx="1828800" cy="1828800"/>
          </a:xfrm>
        </p:grpSpPr>
        <p:sp>
          <p:nvSpPr>
            <p:cNvPr id="995" name="Google Shape;995;p33">
              <a:extLst>
                <a:ext uri="{FF2B5EF4-FFF2-40B4-BE49-F238E27FC236}">
                  <a16:creationId xmlns:a16="http://schemas.microsoft.com/office/drawing/2014/main" id="{C6B7C19C-8C55-A23B-3E65-649D34DB3A98}"/>
                </a:ext>
              </a:extLst>
            </p:cNvPr>
            <p:cNvSpPr/>
            <p:nvPr/>
          </p:nvSpPr>
          <p:spPr>
            <a:xfrm>
              <a:off x="8160150" y="2659825"/>
              <a:ext cx="1828800" cy="182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96" name="Google Shape;996;p33">
              <a:extLst>
                <a:ext uri="{FF2B5EF4-FFF2-40B4-BE49-F238E27FC236}">
                  <a16:creationId xmlns:a16="http://schemas.microsoft.com/office/drawing/2014/main" id="{76639FA0-1B3A-8150-25F9-E0D73A8BD909}"/>
                </a:ext>
              </a:extLst>
            </p:cNvPr>
            <p:cNvSpPr/>
            <p:nvPr/>
          </p:nvSpPr>
          <p:spPr>
            <a:xfrm>
              <a:off x="8388750" y="2888425"/>
              <a:ext cx="1371600" cy="13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97" name="Google Shape;997;p33">
              <a:extLst>
                <a:ext uri="{FF2B5EF4-FFF2-40B4-BE49-F238E27FC236}">
                  <a16:creationId xmlns:a16="http://schemas.microsoft.com/office/drawing/2014/main" id="{D14DFC6F-7CF6-4781-C27F-637F6D8FC3EC}"/>
                </a:ext>
              </a:extLst>
            </p:cNvPr>
            <p:cNvSpPr/>
            <p:nvPr/>
          </p:nvSpPr>
          <p:spPr>
            <a:xfrm>
              <a:off x="8617350" y="3117025"/>
              <a:ext cx="914400" cy="91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sp>
        <p:nvSpPr>
          <p:cNvPr id="4" name="TextBox 3">
            <a:extLst>
              <a:ext uri="{FF2B5EF4-FFF2-40B4-BE49-F238E27FC236}">
                <a16:creationId xmlns:a16="http://schemas.microsoft.com/office/drawing/2014/main" id="{62194B32-BE26-BE39-41F2-3C3AE69C93EE}"/>
              </a:ext>
            </a:extLst>
          </p:cNvPr>
          <p:cNvSpPr txBox="1"/>
          <p:nvPr/>
        </p:nvSpPr>
        <p:spPr>
          <a:xfrm>
            <a:off x="8621486" y="4720046"/>
            <a:ext cx="383438" cy="307777"/>
          </a:xfrm>
          <a:prstGeom prst="rect">
            <a:avLst/>
          </a:prstGeom>
          <a:noFill/>
        </p:spPr>
        <p:txBody>
          <a:bodyPr wrap="none" rtlCol="0">
            <a:spAutoFit/>
          </a:bodyPr>
          <a:lstStyle/>
          <a:p>
            <a:r>
              <a:rPr lang="en-US" dirty="0"/>
              <a:t>13</a:t>
            </a:r>
          </a:p>
        </p:txBody>
      </p:sp>
    </p:spTree>
    <p:extLst>
      <p:ext uri="{BB962C8B-B14F-4D97-AF65-F5344CB8AC3E}">
        <p14:creationId xmlns:p14="http://schemas.microsoft.com/office/powerpoint/2010/main" val="1353947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D3D4ED6A-D596-E758-FBE9-C4C6C9E33A4B}"/>
            </a:ext>
          </a:extLst>
        </p:cNvPr>
        <p:cNvGrpSpPr/>
        <p:nvPr/>
      </p:nvGrpSpPr>
      <p:grpSpPr>
        <a:xfrm>
          <a:off x="0" y="0"/>
          <a:ext cx="0" cy="0"/>
          <a:chOff x="0" y="0"/>
          <a:chExt cx="0" cy="0"/>
        </a:xfrm>
      </p:grpSpPr>
      <p:sp>
        <p:nvSpPr>
          <p:cNvPr id="1002" name="Google Shape;1002;p34">
            <a:extLst>
              <a:ext uri="{FF2B5EF4-FFF2-40B4-BE49-F238E27FC236}">
                <a16:creationId xmlns:a16="http://schemas.microsoft.com/office/drawing/2014/main" id="{D11100C8-3666-0A96-9272-BD14E7D26ACA}"/>
              </a:ext>
            </a:extLst>
          </p:cNvPr>
          <p:cNvSpPr txBox="1">
            <a:spLocks noGrp="1"/>
          </p:cNvSpPr>
          <p:nvPr>
            <p:ph type="title"/>
          </p:nvPr>
        </p:nvSpPr>
        <p:spPr>
          <a:xfrm>
            <a:off x="2917050" y="2344638"/>
            <a:ext cx="5520706" cy="2338874"/>
          </a:xfrm>
          <a:prstGeom prst="rect">
            <a:avLst/>
          </a:prstGeom>
        </p:spPr>
        <p:txBody>
          <a:bodyPr spcFirstLastPara="1" wrap="square" lIns="91425" tIns="91425" rIns="91425" bIns="91425" anchor="t" anchorCtr="0">
            <a:noAutofit/>
          </a:bodyPr>
          <a:lstStyle/>
          <a:p>
            <a:pPr lvl="0"/>
            <a:r>
              <a:rPr lang="en-US" sz="4800" dirty="0"/>
              <a:t>Marketplace</a:t>
            </a:r>
            <a:endParaRPr dirty="0"/>
          </a:p>
        </p:txBody>
      </p:sp>
      <p:sp>
        <p:nvSpPr>
          <p:cNvPr id="1003" name="Google Shape;1003;p34">
            <a:extLst>
              <a:ext uri="{FF2B5EF4-FFF2-40B4-BE49-F238E27FC236}">
                <a16:creationId xmlns:a16="http://schemas.microsoft.com/office/drawing/2014/main" id="{39C82D8C-F103-4661-7B87-C834BF7FB193}"/>
              </a:ext>
            </a:extLst>
          </p:cNvPr>
          <p:cNvSpPr txBox="1">
            <a:spLocks noGrp="1"/>
          </p:cNvSpPr>
          <p:nvPr>
            <p:ph type="title" idx="2"/>
          </p:nvPr>
        </p:nvSpPr>
        <p:spPr>
          <a:xfrm>
            <a:off x="2917062" y="1297063"/>
            <a:ext cx="1632900" cy="99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1004" name="Google Shape;1004;p34">
            <a:extLst>
              <a:ext uri="{FF2B5EF4-FFF2-40B4-BE49-F238E27FC236}">
                <a16:creationId xmlns:a16="http://schemas.microsoft.com/office/drawing/2014/main" id="{5708AECC-B508-E906-02E2-D4C2B0D3FCB1}"/>
              </a:ext>
            </a:extLst>
          </p:cNvPr>
          <p:cNvSpPr/>
          <p:nvPr/>
        </p:nvSpPr>
        <p:spPr>
          <a:xfrm>
            <a:off x="3104675" y="217937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TextBox 1">
            <a:extLst>
              <a:ext uri="{FF2B5EF4-FFF2-40B4-BE49-F238E27FC236}">
                <a16:creationId xmlns:a16="http://schemas.microsoft.com/office/drawing/2014/main" id="{D5A09D74-703A-B3A5-2377-9EEEEABE8800}"/>
              </a:ext>
            </a:extLst>
          </p:cNvPr>
          <p:cNvSpPr txBox="1"/>
          <p:nvPr/>
        </p:nvSpPr>
        <p:spPr>
          <a:xfrm>
            <a:off x="8621486" y="4720046"/>
            <a:ext cx="383438" cy="307777"/>
          </a:xfrm>
          <a:prstGeom prst="rect">
            <a:avLst/>
          </a:prstGeom>
          <a:noFill/>
        </p:spPr>
        <p:txBody>
          <a:bodyPr wrap="none" rtlCol="0">
            <a:spAutoFit/>
          </a:bodyPr>
          <a:lstStyle/>
          <a:p>
            <a:r>
              <a:rPr lang="en-US" dirty="0"/>
              <a:t>14</a:t>
            </a:r>
          </a:p>
        </p:txBody>
      </p:sp>
    </p:spTree>
    <p:extLst>
      <p:ext uri="{BB962C8B-B14F-4D97-AF65-F5344CB8AC3E}">
        <p14:creationId xmlns:p14="http://schemas.microsoft.com/office/powerpoint/2010/main" val="1046659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F1C4D043-5D42-8DE8-2E70-907CF6A21B2A}"/>
              </a:ext>
            </a:extLst>
          </p:cNvPr>
          <p:cNvSpPr/>
          <p:nvPr/>
        </p:nvSpPr>
        <p:spPr>
          <a:xfrm>
            <a:off x="5166359" y="2737968"/>
            <a:ext cx="337565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4. </a:t>
            </a:r>
            <a:r>
              <a:rPr lang="en-US" sz="1800" dirty="0">
                <a:solidFill>
                  <a:schemeClr val="tx1"/>
                </a:solidFill>
              </a:rPr>
              <a:t>Detailed reporting tools for sellers to monitor sales trends, revenue growth, and customer feedback.</a:t>
            </a:r>
          </a:p>
        </p:txBody>
      </p:sp>
      <p:sp>
        <p:nvSpPr>
          <p:cNvPr id="15" name="Rectangle: Rounded Corners 14">
            <a:extLst>
              <a:ext uri="{FF2B5EF4-FFF2-40B4-BE49-F238E27FC236}">
                <a16:creationId xmlns:a16="http://schemas.microsoft.com/office/drawing/2014/main" id="{BE938379-A658-A2F6-ED67-93DB1EB55C53}"/>
              </a:ext>
            </a:extLst>
          </p:cNvPr>
          <p:cNvSpPr/>
          <p:nvPr/>
        </p:nvSpPr>
        <p:spPr>
          <a:xfrm>
            <a:off x="835433" y="2736188"/>
            <a:ext cx="337565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Process uploaded images through a model and return breed identification.</a:t>
            </a:r>
          </a:p>
          <a:p>
            <a:endParaRPr lang="en-US" sz="1800" dirty="0">
              <a:solidFill>
                <a:schemeClr val="tx1"/>
              </a:solidFill>
            </a:endParaRPr>
          </a:p>
        </p:txBody>
      </p:sp>
      <p:sp>
        <p:nvSpPr>
          <p:cNvPr id="16" name="Rectangle: Rounded Corners 15">
            <a:extLst>
              <a:ext uri="{FF2B5EF4-FFF2-40B4-BE49-F238E27FC236}">
                <a16:creationId xmlns:a16="http://schemas.microsoft.com/office/drawing/2014/main" id="{9C5ED7C2-81CF-244D-E5C1-378639B40106}"/>
              </a:ext>
            </a:extLst>
          </p:cNvPr>
          <p:cNvSpPr/>
          <p:nvPr/>
        </p:nvSpPr>
        <p:spPr>
          <a:xfrm>
            <a:off x="835433" y="1333762"/>
            <a:ext cx="3736567"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1. </a:t>
            </a:r>
            <a:r>
              <a:rPr lang="en-US" sz="1800" dirty="0">
                <a:solidFill>
                  <a:schemeClr val="tx1"/>
                </a:solidFill>
              </a:rPr>
              <a:t>System must support seller listings with inventory tracking, rich media descriptions, and category filtering.</a:t>
            </a:r>
          </a:p>
        </p:txBody>
      </p:sp>
      <p:sp>
        <p:nvSpPr>
          <p:cNvPr id="8" name="Rectangle: Rounded Corners 7">
            <a:extLst>
              <a:ext uri="{FF2B5EF4-FFF2-40B4-BE49-F238E27FC236}">
                <a16:creationId xmlns:a16="http://schemas.microsoft.com/office/drawing/2014/main" id="{57BA54AC-CC79-BFD2-8276-836B972B5557}"/>
              </a:ext>
            </a:extLst>
          </p:cNvPr>
          <p:cNvSpPr/>
          <p:nvPr/>
        </p:nvSpPr>
        <p:spPr>
          <a:xfrm>
            <a:off x="5166359" y="1333762"/>
            <a:ext cx="337565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3. </a:t>
            </a:r>
            <a:r>
              <a:rPr lang="en-US" sz="1800" dirty="0">
                <a:solidFill>
                  <a:schemeClr val="tx1"/>
                </a:solidFill>
              </a:rPr>
              <a:t>A personalized user hub for tracking order history, managing multiple shipping addresses</a:t>
            </a:r>
          </a:p>
        </p:txBody>
      </p:sp>
      <p:sp>
        <p:nvSpPr>
          <p:cNvPr id="2" name="Title 1">
            <a:extLst>
              <a:ext uri="{FF2B5EF4-FFF2-40B4-BE49-F238E27FC236}">
                <a16:creationId xmlns:a16="http://schemas.microsoft.com/office/drawing/2014/main" id="{7EF30AC5-B64B-26D8-7561-21B4C01C66F4}"/>
              </a:ext>
            </a:extLst>
          </p:cNvPr>
          <p:cNvSpPr>
            <a:spLocks noGrp="1"/>
          </p:cNvSpPr>
          <p:nvPr>
            <p:ph type="title"/>
          </p:nvPr>
        </p:nvSpPr>
        <p:spPr/>
        <p:txBody>
          <a:bodyPr/>
          <a:lstStyle/>
          <a:p>
            <a:r>
              <a:rPr lang="en" dirty="0"/>
              <a:t>Requirements </a:t>
            </a:r>
            <a:endParaRPr lang="en-US" dirty="0"/>
          </a:p>
        </p:txBody>
      </p:sp>
      <p:sp>
        <p:nvSpPr>
          <p:cNvPr id="19" name="Rectangle: Rounded Corners 18">
            <a:extLst>
              <a:ext uri="{FF2B5EF4-FFF2-40B4-BE49-F238E27FC236}">
                <a16:creationId xmlns:a16="http://schemas.microsoft.com/office/drawing/2014/main" id="{EBA0DB15-9874-5A24-E65B-E33A41432431}"/>
              </a:ext>
            </a:extLst>
          </p:cNvPr>
          <p:cNvSpPr/>
          <p:nvPr/>
        </p:nvSpPr>
        <p:spPr>
          <a:xfrm>
            <a:off x="835432" y="2651499"/>
            <a:ext cx="3842076" cy="1242929"/>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2.</a:t>
            </a:r>
            <a:r>
              <a:rPr lang="en-US" sz="1800" dirty="0">
                <a:solidFill>
                  <a:schemeClr val="tx1"/>
                </a:solidFill>
              </a:rPr>
              <a:t> A multi-dimensional feedback system for buyers and sellers to ensure marketplace integrity, supported.</a:t>
            </a:r>
          </a:p>
        </p:txBody>
      </p:sp>
      <p:sp>
        <p:nvSpPr>
          <p:cNvPr id="3" name="TextBox 2">
            <a:extLst>
              <a:ext uri="{FF2B5EF4-FFF2-40B4-BE49-F238E27FC236}">
                <a16:creationId xmlns:a16="http://schemas.microsoft.com/office/drawing/2014/main" id="{5A426B98-D778-6983-457E-56CCB1D01F0C}"/>
              </a:ext>
            </a:extLst>
          </p:cNvPr>
          <p:cNvSpPr txBox="1"/>
          <p:nvPr/>
        </p:nvSpPr>
        <p:spPr>
          <a:xfrm>
            <a:off x="8621486" y="4720046"/>
            <a:ext cx="383438" cy="307777"/>
          </a:xfrm>
          <a:prstGeom prst="rect">
            <a:avLst/>
          </a:prstGeom>
          <a:noFill/>
        </p:spPr>
        <p:txBody>
          <a:bodyPr wrap="none" rtlCol="0">
            <a:spAutoFit/>
          </a:bodyPr>
          <a:lstStyle/>
          <a:p>
            <a:r>
              <a:rPr lang="en-US" dirty="0"/>
              <a:t>16</a:t>
            </a:r>
          </a:p>
        </p:txBody>
      </p:sp>
    </p:spTree>
    <p:extLst>
      <p:ext uri="{BB962C8B-B14F-4D97-AF65-F5344CB8AC3E}">
        <p14:creationId xmlns:p14="http://schemas.microsoft.com/office/powerpoint/2010/main" val="3483788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EBAAC64E-33E9-58D7-289B-B469258B70B8}"/>
            </a:ext>
          </a:extLst>
        </p:cNvPr>
        <p:cNvGrpSpPr/>
        <p:nvPr/>
      </p:nvGrpSpPr>
      <p:grpSpPr>
        <a:xfrm>
          <a:off x="0" y="0"/>
          <a:ext cx="0" cy="0"/>
          <a:chOff x="0" y="0"/>
          <a:chExt cx="0" cy="0"/>
        </a:xfrm>
      </p:grpSpPr>
      <p:sp>
        <p:nvSpPr>
          <p:cNvPr id="1002" name="Google Shape;1002;p34">
            <a:extLst>
              <a:ext uri="{FF2B5EF4-FFF2-40B4-BE49-F238E27FC236}">
                <a16:creationId xmlns:a16="http://schemas.microsoft.com/office/drawing/2014/main" id="{043CEFD7-3D95-3664-3418-76CF6C671E8A}"/>
              </a:ext>
            </a:extLst>
          </p:cNvPr>
          <p:cNvSpPr txBox="1">
            <a:spLocks noGrp="1"/>
          </p:cNvSpPr>
          <p:nvPr>
            <p:ph type="title"/>
          </p:nvPr>
        </p:nvSpPr>
        <p:spPr>
          <a:xfrm>
            <a:off x="2917049" y="2344638"/>
            <a:ext cx="5483535" cy="1501800"/>
          </a:xfrm>
          <a:prstGeom prst="rect">
            <a:avLst/>
          </a:prstGeom>
        </p:spPr>
        <p:txBody>
          <a:bodyPr spcFirstLastPara="1" wrap="square" lIns="91425" tIns="91425" rIns="91425" bIns="91425" anchor="t" anchorCtr="0">
            <a:noAutofit/>
          </a:bodyPr>
          <a:lstStyle/>
          <a:p>
            <a:pPr lvl="0"/>
            <a:r>
              <a:rPr lang="en-US" sz="4800" dirty="0"/>
              <a:t>Community Hub</a:t>
            </a:r>
            <a:endParaRPr dirty="0"/>
          </a:p>
        </p:txBody>
      </p:sp>
      <p:sp>
        <p:nvSpPr>
          <p:cNvPr id="1003" name="Google Shape;1003;p34">
            <a:extLst>
              <a:ext uri="{FF2B5EF4-FFF2-40B4-BE49-F238E27FC236}">
                <a16:creationId xmlns:a16="http://schemas.microsoft.com/office/drawing/2014/main" id="{41DBDCCD-5315-DEE7-C827-8FCF1618BCA2}"/>
              </a:ext>
            </a:extLst>
          </p:cNvPr>
          <p:cNvSpPr txBox="1">
            <a:spLocks noGrp="1"/>
          </p:cNvSpPr>
          <p:nvPr>
            <p:ph type="title" idx="2"/>
          </p:nvPr>
        </p:nvSpPr>
        <p:spPr>
          <a:xfrm>
            <a:off x="2917062" y="1297063"/>
            <a:ext cx="1632900" cy="99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1004" name="Google Shape;1004;p34">
            <a:extLst>
              <a:ext uri="{FF2B5EF4-FFF2-40B4-BE49-F238E27FC236}">
                <a16:creationId xmlns:a16="http://schemas.microsoft.com/office/drawing/2014/main" id="{3A74B743-8CD5-094A-2FB1-59BFC7976449}"/>
              </a:ext>
            </a:extLst>
          </p:cNvPr>
          <p:cNvSpPr/>
          <p:nvPr/>
        </p:nvSpPr>
        <p:spPr>
          <a:xfrm>
            <a:off x="3104675" y="217937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TextBox 1">
            <a:extLst>
              <a:ext uri="{FF2B5EF4-FFF2-40B4-BE49-F238E27FC236}">
                <a16:creationId xmlns:a16="http://schemas.microsoft.com/office/drawing/2014/main" id="{7CF03356-A769-0AAF-9FAD-71560E53F61F}"/>
              </a:ext>
            </a:extLst>
          </p:cNvPr>
          <p:cNvSpPr txBox="1"/>
          <p:nvPr/>
        </p:nvSpPr>
        <p:spPr>
          <a:xfrm>
            <a:off x="8621486" y="4720046"/>
            <a:ext cx="383438" cy="307777"/>
          </a:xfrm>
          <a:prstGeom prst="rect">
            <a:avLst/>
          </a:prstGeom>
          <a:noFill/>
        </p:spPr>
        <p:txBody>
          <a:bodyPr wrap="none" rtlCol="0">
            <a:spAutoFit/>
          </a:bodyPr>
          <a:lstStyle/>
          <a:p>
            <a:r>
              <a:rPr lang="en-US" dirty="0"/>
              <a:t>22</a:t>
            </a:r>
          </a:p>
        </p:txBody>
      </p:sp>
    </p:spTree>
    <p:extLst>
      <p:ext uri="{BB962C8B-B14F-4D97-AF65-F5344CB8AC3E}">
        <p14:creationId xmlns:p14="http://schemas.microsoft.com/office/powerpoint/2010/main" val="302631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C1B6D-88F6-717C-27C5-3BB319E9DC1E}"/>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436C8AD8-7B08-0A93-4E6C-6F1B2D59AF40}"/>
              </a:ext>
            </a:extLst>
          </p:cNvPr>
          <p:cNvSpPr/>
          <p:nvPr/>
        </p:nvSpPr>
        <p:spPr>
          <a:xfrm>
            <a:off x="5166359" y="2737968"/>
            <a:ext cx="374024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4. </a:t>
            </a:r>
            <a:r>
              <a:rPr lang="en-US" sz="1800" dirty="0">
                <a:solidFill>
                  <a:schemeClr val="tx1"/>
                </a:solidFill>
              </a:rPr>
              <a:t>A feature in which users can list which pet events are taking place, and you can RSVP directly to confirm your attendance.</a:t>
            </a:r>
          </a:p>
        </p:txBody>
      </p:sp>
      <p:sp>
        <p:nvSpPr>
          <p:cNvPr id="15" name="Rectangle: Rounded Corners 14">
            <a:extLst>
              <a:ext uri="{FF2B5EF4-FFF2-40B4-BE49-F238E27FC236}">
                <a16:creationId xmlns:a16="http://schemas.microsoft.com/office/drawing/2014/main" id="{CF47C808-7AB4-66DB-8847-D10CAFA4D1B6}"/>
              </a:ext>
            </a:extLst>
          </p:cNvPr>
          <p:cNvSpPr/>
          <p:nvPr/>
        </p:nvSpPr>
        <p:spPr>
          <a:xfrm>
            <a:off x="835433" y="2736188"/>
            <a:ext cx="337565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Process uploaded images through a model and return breed identification.</a:t>
            </a:r>
          </a:p>
          <a:p>
            <a:endParaRPr lang="en-US" sz="1800" dirty="0">
              <a:solidFill>
                <a:schemeClr val="tx1"/>
              </a:solidFill>
            </a:endParaRPr>
          </a:p>
        </p:txBody>
      </p:sp>
      <p:sp>
        <p:nvSpPr>
          <p:cNvPr id="16" name="Rectangle: Rounded Corners 15">
            <a:extLst>
              <a:ext uri="{FF2B5EF4-FFF2-40B4-BE49-F238E27FC236}">
                <a16:creationId xmlns:a16="http://schemas.microsoft.com/office/drawing/2014/main" id="{306AC8C9-9F7F-4B7B-15E0-D7E918477CE6}"/>
              </a:ext>
            </a:extLst>
          </p:cNvPr>
          <p:cNvSpPr/>
          <p:nvPr/>
        </p:nvSpPr>
        <p:spPr>
          <a:xfrm>
            <a:off x="835433" y="1333762"/>
            <a:ext cx="4105844"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1. I</a:t>
            </a:r>
            <a:r>
              <a:rPr lang="en-US" sz="1800" dirty="0">
                <a:solidFill>
                  <a:schemeClr val="tx1"/>
                </a:solidFill>
              </a:rPr>
              <a:t>mplement community where you can interact with other people, share pet-related experiences, and engage in social discussions.</a:t>
            </a:r>
          </a:p>
        </p:txBody>
      </p:sp>
      <p:sp>
        <p:nvSpPr>
          <p:cNvPr id="8" name="Rectangle: Rounded Corners 7">
            <a:extLst>
              <a:ext uri="{FF2B5EF4-FFF2-40B4-BE49-F238E27FC236}">
                <a16:creationId xmlns:a16="http://schemas.microsoft.com/office/drawing/2014/main" id="{B5A1FC32-D2A0-FE4E-58B8-1AFECB994860}"/>
              </a:ext>
            </a:extLst>
          </p:cNvPr>
          <p:cNvSpPr/>
          <p:nvPr/>
        </p:nvSpPr>
        <p:spPr>
          <a:xfrm>
            <a:off x="5166359" y="1333762"/>
            <a:ext cx="374024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3. </a:t>
            </a:r>
            <a:r>
              <a:rPr lang="en-US" sz="1800" dirty="0">
                <a:solidFill>
                  <a:schemeClr val="tx1"/>
                </a:solidFill>
              </a:rPr>
              <a:t>A dedicated module for the community in which you can easily adopt a new pet or list a pet for adoption.</a:t>
            </a:r>
          </a:p>
        </p:txBody>
      </p:sp>
      <p:sp>
        <p:nvSpPr>
          <p:cNvPr id="2" name="Title 1">
            <a:extLst>
              <a:ext uri="{FF2B5EF4-FFF2-40B4-BE49-F238E27FC236}">
                <a16:creationId xmlns:a16="http://schemas.microsoft.com/office/drawing/2014/main" id="{3633C287-40AD-46CC-6D78-7FE6EC92A234}"/>
              </a:ext>
            </a:extLst>
          </p:cNvPr>
          <p:cNvSpPr>
            <a:spLocks noGrp="1"/>
          </p:cNvSpPr>
          <p:nvPr>
            <p:ph type="title"/>
          </p:nvPr>
        </p:nvSpPr>
        <p:spPr/>
        <p:txBody>
          <a:bodyPr/>
          <a:lstStyle/>
          <a:p>
            <a:r>
              <a:rPr lang="en" dirty="0"/>
              <a:t>Requirements </a:t>
            </a:r>
            <a:endParaRPr lang="en-US" dirty="0"/>
          </a:p>
        </p:txBody>
      </p:sp>
      <p:sp>
        <p:nvSpPr>
          <p:cNvPr id="19" name="Rectangle: Rounded Corners 18">
            <a:extLst>
              <a:ext uri="{FF2B5EF4-FFF2-40B4-BE49-F238E27FC236}">
                <a16:creationId xmlns:a16="http://schemas.microsoft.com/office/drawing/2014/main" id="{D6D7ABD6-96B6-8980-E994-A41460A0CFF2}"/>
              </a:ext>
            </a:extLst>
          </p:cNvPr>
          <p:cNvSpPr/>
          <p:nvPr/>
        </p:nvSpPr>
        <p:spPr>
          <a:xfrm>
            <a:off x="835432" y="2651499"/>
            <a:ext cx="4097478" cy="1242929"/>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2. </a:t>
            </a:r>
            <a:r>
              <a:rPr lang="en-US" sz="1800" dirty="0">
                <a:solidFill>
                  <a:schemeClr val="tx1"/>
                </a:solidFill>
              </a:rPr>
              <a:t>A system where you can either report a lost or found pet, or view an active list of pets reported as lost or found in your local area.</a:t>
            </a:r>
          </a:p>
        </p:txBody>
      </p:sp>
      <p:sp>
        <p:nvSpPr>
          <p:cNvPr id="3" name="TextBox 2">
            <a:extLst>
              <a:ext uri="{FF2B5EF4-FFF2-40B4-BE49-F238E27FC236}">
                <a16:creationId xmlns:a16="http://schemas.microsoft.com/office/drawing/2014/main" id="{246F3A7B-B54C-BE98-B2EC-4E14A6376919}"/>
              </a:ext>
            </a:extLst>
          </p:cNvPr>
          <p:cNvSpPr txBox="1"/>
          <p:nvPr/>
        </p:nvSpPr>
        <p:spPr>
          <a:xfrm>
            <a:off x="8621486" y="4720046"/>
            <a:ext cx="383438" cy="307777"/>
          </a:xfrm>
          <a:prstGeom prst="rect">
            <a:avLst/>
          </a:prstGeom>
          <a:noFill/>
        </p:spPr>
        <p:txBody>
          <a:bodyPr wrap="none" rtlCol="0">
            <a:spAutoFit/>
          </a:bodyPr>
          <a:lstStyle/>
          <a:p>
            <a:r>
              <a:rPr lang="en-US" dirty="0"/>
              <a:t>16</a:t>
            </a:r>
          </a:p>
        </p:txBody>
      </p:sp>
    </p:spTree>
    <p:extLst>
      <p:ext uri="{BB962C8B-B14F-4D97-AF65-F5344CB8AC3E}">
        <p14:creationId xmlns:p14="http://schemas.microsoft.com/office/powerpoint/2010/main" val="3186099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0DCFC0E3-22DA-AE93-C043-5A0B2B4A88E6}"/>
            </a:ext>
          </a:extLst>
        </p:cNvPr>
        <p:cNvGrpSpPr/>
        <p:nvPr/>
      </p:nvGrpSpPr>
      <p:grpSpPr>
        <a:xfrm>
          <a:off x="0" y="0"/>
          <a:ext cx="0" cy="0"/>
          <a:chOff x="0" y="0"/>
          <a:chExt cx="0" cy="0"/>
        </a:xfrm>
      </p:grpSpPr>
      <p:sp>
        <p:nvSpPr>
          <p:cNvPr id="1002" name="Google Shape;1002;p34">
            <a:extLst>
              <a:ext uri="{FF2B5EF4-FFF2-40B4-BE49-F238E27FC236}">
                <a16:creationId xmlns:a16="http://schemas.microsoft.com/office/drawing/2014/main" id="{D75290EA-DDCD-7B68-85CF-8774F7EB758B}"/>
              </a:ext>
            </a:extLst>
          </p:cNvPr>
          <p:cNvSpPr txBox="1">
            <a:spLocks noGrp="1"/>
          </p:cNvSpPr>
          <p:nvPr>
            <p:ph type="title"/>
          </p:nvPr>
        </p:nvSpPr>
        <p:spPr>
          <a:xfrm>
            <a:off x="2917049" y="2344638"/>
            <a:ext cx="5483535" cy="1501800"/>
          </a:xfrm>
          <a:prstGeom prst="rect">
            <a:avLst/>
          </a:prstGeom>
        </p:spPr>
        <p:txBody>
          <a:bodyPr spcFirstLastPara="1" wrap="square" lIns="91425" tIns="91425" rIns="91425" bIns="91425" anchor="t" anchorCtr="0">
            <a:noAutofit/>
          </a:bodyPr>
          <a:lstStyle/>
          <a:p>
            <a:pPr marL="152400"/>
            <a:r>
              <a:rPr lang="en-US" sz="4800" dirty="0"/>
              <a:t>Caregiver Services</a:t>
            </a:r>
          </a:p>
        </p:txBody>
      </p:sp>
      <p:sp>
        <p:nvSpPr>
          <p:cNvPr id="1003" name="Google Shape;1003;p34">
            <a:extLst>
              <a:ext uri="{FF2B5EF4-FFF2-40B4-BE49-F238E27FC236}">
                <a16:creationId xmlns:a16="http://schemas.microsoft.com/office/drawing/2014/main" id="{A13F360F-E9EA-F720-82A5-D5B65F541E3D}"/>
              </a:ext>
            </a:extLst>
          </p:cNvPr>
          <p:cNvSpPr txBox="1">
            <a:spLocks noGrp="1"/>
          </p:cNvSpPr>
          <p:nvPr>
            <p:ph type="title" idx="2"/>
          </p:nvPr>
        </p:nvSpPr>
        <p:spPr>
          <a:xfrm>
            <a:off x="2917062" y="1297063"/>
            <a:ext cx="1632900" cy="99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1004" name="Google Shape;1004;p34">
            <a:extLst>
              <a:ext uri="{FF2B5EF4-FFF2-40B4-BE49-F238E27FC236}">
                <a16:creationId xmlns:a16="http://schemas.microsoft.com/office/drawing/2014/main" id="{1D53CD04-E8AB-A183-2103-B25DBC7C94C9}"/>
              </a:ext>
            </a:extLst>
          </p:cNvPr>
          <p:cNvSpPr/>
          <p:nvPr/>
        </p:nvSpPr>
        <p:spPr>
          <a:xfrm>
            <a:off x="3104675" y="217937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TextBox 1">
            <a:extLst>
              <a:ext uri="{FF2B5EF4-FFF2-40B4-BE49-F238E27FC236}">
                <a16:creationId xmlns:a16="http://schemas.microsoft.com/office/drawing/2014/main" id="{2054EDE8-4026-3926-D33A-5439311E5115}"/>
              </a:ext>
            </a:extLst>
          </p:cNvPr>
          <p:cNvSpPr txBox="1"/>
          <p:nvPr/>
        </p:nvSpPr>
        <p:spPr>
          <a:xfrm>
            <a:off x="8621486" y="4720046"/>
            <a:ext cx="383438" cy="307777"/>
          </a:xfrm>
          <a:prstGeom prst="rect">
            <a:avLst/>
          </a:prstGeom>
          <a:noFill/>
        </p:spPr>
        <p:txBody>
          <a:bodyPr wrap="none" rtlCol="0">
            <a:spAutoFit/>
          </a:bodyPr>
          <a:lstStyle/>
          <a:p>
            <a:r>
              <a:rPr lang="en-US" dirty="0"/>
              <a:t>22</a:t>
            </a:r>
          </a:p>
        </p:txBody>
      </p:sp>
    </p:spTree>
    <p:extLst>
      <p:ext uri="{BB962C8B-B14F-4D97-AF65-F5344CB8AC3E}">
        <p14:creationId xmlns:p14="http://schemas.microsoft.com/office/powerpoint/2010/main" val="339880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C9FDE-5CE1-11F3-A36E-1EF1DFED3965}"/>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3138BD9-DD9D-5186-A456-BF90EC81FF67}"/>
              </a:ext>
            </a:extLst>
          </p:cNvPr>
          <p:cNvSpPr/>
          <p:nvPr/>
        </p:nvSpPr>
        <p:spPr>
          <a:xfrm>
            <a:off x="5166359" y="2737968"/>
            <a:ext cx="374024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4. </a:t>
            </a:r>
            <a:r>
              <a:rPr lang="en-US" sz="1800" dirty="0">
                <a:solidFill>
                  <a:schemeClr val="tx1"/>
                </a:solidFill>
              </a:rPr>
              <a:t>An integrated messaging system where pet owners can chat directly with caregivers.</a:t>
            </a:r>
          </a:p>
        </p:txBody>
      </p:sp>
      <p:sp>
        <p:nvSpPr>
          <p:cNvPr id="15" name="Rectangle: Rounded Corners 14">
            <a:extLst>
              <a:ext uri="{FF2B5EF4-FFF2-40B4-BE49-F238E27FC236}">
                <a16:creationId xmlns:a16="http://schemas.microsoft.com/office/drawing/2014/main" id="{A6297D17-55BA-A42C-4FC0-F634BB0800E6}"/>
              </a:ext>
            </a:extLst>
          </p:cNvPr>
          <p:cNvSpPr/>
          <p:nvPr/>
        </p:nvSpPr>
        <p:spPr>
          <a:xfrm>
            <a:off x="835433" y="2736188"/>
            <a:ext cx="337565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Process uploaded images through a model and return breed identification.</a:t>
            </a:r>
          </a:p>
          <a:p>
            <a:endParaRPr lang="en-US" sz="1800" dirty="0">
              <a:solidFill>
                <a:schemeClr val="tx1"/>
              </a:solidFill>
            </a:endParaRPr>
          </a:p>
        </p:txBody>
      </p:sp>
      <p:sp>
        <p:nvSpPr>
          <p:cNvPr id="16" name="Rectangle: Rounded Corners 15">
            <a:extLst>
              <a:ext uri="{FF2B5EF4-FFF2-40B4-BE49-F238E27FC236}">
                <a16:creationId xmlns:a16="http://schemas.microsoft.com/office/drawing/2014/main" id="{6FB139AD-87F6-DA92-17DE-7AF22AC75B60}"/>
              </a:ext>
            </a:extLst>
          </p:cNvPr>
          <p:cNvSpPr/>
          <p:nvPr/>
        </p:nvSpPr>
        <p:spPr>
          <a:xfrm>
            <a:off x="835433" y="1333762"/>
            <a:ext cx="4105844"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1. </a:t>
            </a:r>
            <a:r>
              <a:rPr lang="en-US" sz="1800" dirty="0">
                <a:solidFill>
                  <a:schemeClr val="tx1"/>
                </a:solidFill>
              </a:rPr>
              <a:t>A system that allows users to register as caregivers by providing their service offerings and experience.</a:t>
            </a:r>
          </a:p>
        </p:txBody>
      </p:sp>
      <p:sp>
        <p:nvSpPr>
          <p:cNvPr id="8" name="Rectangle: Rounded Corners 7">
            <a:extLst>
              <a:ext uri="{FF2B5EF4-FFF2-40B4-BE49-F238E27FC236}">
                <a16:creationId xmlns:a16="http://schemas.microsoft.com/office/drawing/2014/main" id="{D3F6C98E-1A01-711A-CF65-3AD299430F62}"/>
              </a:ext>
            </a:extLst>
          </p:cNvPr>
          <p:cNvSpPr/>
          <p:nvPr/>
        </p:nvSpPr>
        <p:spPr>
          <a:xfrm>
            <a:off x="5166359" y="1333762"/>
            <a:ext cx="374024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3. </a:t>
            </a:r>
            <a:r>
              <a:rPr lang="en-US" sz="1800" dirty="0">
                <a:solidFill>
                  <a:schemeClr val="tx1"/>
                </a:solidFill>
              </a:rPr>
              <a:t>A feature that enables pet owners to browse caregiver profiles, select time slots, and book them for services.</a:t>
            </a:r>
          </a:p>
        </p:txBody>
      </p:sp>
      <p:sp>
        <p:nvSpPr>
          <p:cNvPr id="2" name="Title 1">
            <a:extLst>
              <a:ext uri="{FF2B5EF4-FFF2-40B4-BE49-F238E27FC236}">
                <a16:creationId xmlns:a16="http://schemas.microsoft.com/office/drawing/2014/main" id="{6EAEE9FE-82A8-05F3-ABE7-A65F019F057E}"/>
              </a:ext>
            </a:extLst>
          </p:cNvPr>
          <p:cNvSpPr>
            <a:spLocks noGrp="1"/>
          </p:cNvSpPr>
          <p:nvPr>
            <p:ph type="title"/>
          </p:nvPr>
        </p:nvSpPr>
        <p:spPr/>
        <p:txBody>
          <a:bodyPr/>
          <a:lstStyle/>
          <a:p>
            <a:r>
              <a:rPr lang="en" dirty="0"/>
              <a:t>Requirements </a:t>
            </a:r>
            <a:endParaRPr lang="en-US" dirty="0"/>
          </a:p>
        </p:txBody>
      </p:sp>
      <p:sp>
        <p:nvSpPr>
          <p:cNvPr id="19" name="Rectangle: Rounded Corners 18">
            <a:extLst>
              <a:ext uri="{FF2B5EF4-FFF2-40B4-BE49-F238E27FC236}">
                <a16:creationId xmlns:a16="http://schemas.microsoft.com/office/drawing/2014/main" id="{A62ED97F-F0AE-CE53-6137-200D7068D6AD}"/>
              </a:ext>
            </a:extLst>
          </p:cNvPr>
          <p:cNvSpPr/>
          <p:nvPr/>
        </p:nvSpPr>
        <p:spPr>
          <a:xfrm>
            <a:off x="835432" y="2651499"/>
            <a:ext cx="4097478" cy="1242929"/>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2. </a:t>
            </a:r>
            <a:r>
              <a:rPr lang="en-US" sz="1800" dirty="0">
                <a:solidFill>
                  <a:schemeClr val="tx1"/>
                </a:solidFill>
              </a:rPr>
              <a:t>A specialized dashboard for caregivers to manage their availability, view booking requests, and their active service schedules.</a:t>
            </a:r>
          </a:p>
        </p:txBody>
      </p:sp>
      <p:sp>
        <p:nvSpPr>
          <p:cNvPr id="3" name="TextBox 2">
            <a:extLst>
              <a:ext uri="{FF2B5EF4-FFF2-40B4-BE49-F238E27FC236}">
                <a16:creationId xmlns:a16="http://schemas.microsoft.com/office/drawing/2014/main" id="{099CD856-5BDB-C163-3C1A-B043FB3B022A}"/>
              </a:ext>
            </a:extLst>
          </p:cNvPr>
          <p:cNvSpPr txBox="1"/>
          <p:nvPr/>
        </p:nvSpPr>
        <p:spPr>
          <a:xfrm>
            <a:off x="8621486" y="4720046"/>
            <a:ext cx="383438" cy="307777"/>
          </a:xfrm>
          <a:prstGeom prst="rect">
            <a:avLst/>
          </a:prstGeom>
          <a:noFill/>
        </p:spPr>
        <p:txBody>
          <a:bodyPr wrap="none" rtlCol="0">
            <a:spAutoFit/>
          </a:bodyPr>
          <a:lstStyle/>
          <a:p>
            <a:r>
              <a:rPr lang="en-US" dirty="0"/>
              <a:t>16</a:t>
            </a:r>
          </a:p>
        </p:txBody>
      </p:sp>
    </p:spTree>
    <p:extLst>
      <p:ext uri="{BB962C8B-B14F-4D97-AF65-F5344CB8AC3E}">
        <p14:creationId xmlns:p14="http://schemas.microsoft.com/office/powerpoint/2010/main" val="2565399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AE9533F4-A16B-FA40-C4FA-E3311715CA9D}"/>
            </a:ext>
          </a:extLst>
        </p:cNvPr>
        <p:cNvGrpSpPr/>
        <p:nvPr/>
      </p:nvGrpSpPr>
      <p:grpSpPr>
        <a:xfrm>
          <a:off x="0" y="0"/>
          <a:ext cx="0" cy="0"/>
          <a:chOff x="0" y="0"/>
          <a:chExt cx="0" cy="0"/>
        </a:xfrm>
      </p:grpSpPr>
      <p:sp>
        <p:nvSpPr>
          <p:cNvPr id="1002" name="Google Shape;1002;p34">
            <a:extLst>
              <a:ext uri="{FF2B5EF4-FFF2-40B4-BE49-F238E27FC236}">
                <a16:creationId xmlns:a16="http://schemas.microsoft.com/office/drawing/2014/main" id="{CB87D6F7-5076-AFB7-CC01-3D174247D875}"/>
              </a:ext>
            </a:extLst>
          </p:cNvPr>
          <p:cNvSpPr txBox="1">
            <a:spLocks noGrp="1"/>
          </p:cNvSpPr>
          <p:nvPr>
            <p:ph type="title"/>
          </p:nvPr>
        </p:nvSpPr>
        <p:spPr>
          <a:xfrm>
            <a:off x="2917049" y="2344638"/>
            <a:ext cx="5483535" cy="1501800"/>
          </a:xfrm>
          <a:prstGeom prst="rect">
            <a:avLst/>
          </a:prstGeom>
        </p:spPr>
        <p:txBody>
          <a:bodyPr spcFirstLastPara="1" wrap="square" lIns="91425" tIns="91425" rIns="91425" bIns="91425" anchor="t" anchorCtr="0">
            <a:noAutofit/>
          </a:bodyPr>
          <a:lstStyle/>
          <a:p>
            <a:pPr marL="152400"/>
            <a:r>
              <a:rPr lang="en-US" sz="4800" dirty="0"/>
              <a:t>Admin Portal</a:t>
            </a:r>
          </a:p>
        </p:txBody>
      </p:sp>
      <p:sp>
        <p:nvSpPr>
          <p:cNvPr id="1003" name="Google Shape;1003;p34">
            <a:extLst>
              <a:ext uri="{FF2B5EF4-FFF2-40B4-BE49-F238E27FC236}">
                <a16:creationId xmlns:a16="http://schemas.microsoft.com/office/drawing/2014/main" id="{62C77C69-E3AE-005D-D165-77FCE04B23C0}"/>
              </a:ext>
            </a:extLst>
          </p:cNvPr>
          <p:cNvSpPr txBox="1">
            <a:spLocks noGrp="1"/>
          </p:cNvSpPr>
          <p:nvPr>
            <p:ph type="title" idx="2"/>
          </p:nvPr>
        </p:nvSpPr>
        <p:spPr>
          <a:xfrm>
            <a:off x="2917062" y="1297063"/>
            <a:ext cx="1632900" cy="99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004" name="Google Shape;1004;p34">
            <a:extLst>
              <a:ext uri="{FF2B5EF4-FFF2-40B4-BE49-F238E27FC236}">
                <a16:creationId xmlns:a16="http://schemas.microsoft.com/office/drawing/2014/main" id="{CC746F9A-6165-FC4C-90CF-6D070E46323D}"/>
              </a:ext>
            </a:extLst>
          </p:cNvPr>
          <p:cNvSpPr/>
          <p:nvPr/>
        </p:nvSpPr>
        <p:spPr>
          <a:xfrm>
            <a:off x="3104675" y="217937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TextBox 1">
            <a:extLst>
              <a:ext uri="{FF2B5EF4-FFF2-40B4-BE49-F238E27FC236}">
                <a16:creationId xmlns:a16="http://schemas.microsoft.com/office/drawing/2014/main" id="{AF498494-4AC5-CFBC-4E99-3F54F014FDC0}"/>
              </a:ext>
            </a:extLst>
          </p:cNvPr>
          <p:cNvSpPr txBox="1"/>
          <p:nvPr/>
        </p:nvSpPr>
        <p:spPr>
          <a:xfrm>
            <a:off x="8621486" y="4720046"/>
            <a:ext cx="383438" cy="307777"/>
          </a:xfrm>
          <a:prstGeom prst="rect">
            <a:avLst/>
          </a:prstGeom>
          <a:noFill/>
        </p:spPr>
        <p:txBody>
          <a:bodyPr wrap="none" rtlCol="0">
            <a:spAutoFit/>
          </a:bodyPr>
          <a:lstStyle/>
          <a:p>
            <a:r>
              <a:rPr lang="en-US" dirty="0"/>
              <a:t>22</a:t>
            </a:r>
          </a:p>
        </p:txBody>
      </p:sp>
    </p:spTree>
    <p:extLst>
      <p:ext uri="{BB962C8B-B14F-4D97-AF65-F5344CB8AC3E}">
        <p14:creationId xmlns:p14="http://schemas.microsoft.com/office/powerpoint/2010/main" val="2031942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1D5F-72CD-66AF-0035-545098CBA95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A5B20C9B-50C6-BD87-ADF2-04B836B37DEA}"/>
              </a:ext>
            </a:extLst>
          </p:cNvPr>
          <p:cNvSpPr/>
          <p:nvPr/>
        </p:nvSpPr>
        <p:spPr>
          <a:xfrm>
            <a:off x="5166359" y="2737968"/>
            <a:ext cx="374024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4. </a:t>
            </a:r>
            <a:r>
              <a:rPr lang="en-US" sz="1800" dirty="0">
                <a:solidFill>
                  <a:schemeClr val="tx1"/>
                </a:solidFill>
              </a:rPr>
              <a:t>Total administrative access to manage marketplace, monitor product listings, to ensure a secure commercial environment.</a:t>
            </a:r>
          </a:p>
        </p:txBody>
      </p:sp>
      <p:sp>
        <p:nvSpPr>
          <p:cNvPr id="15" name="Rectangle: Rounded Corners 14">
            <a:extLst>
              <a:ext uri="{FF2B5EF4-FFF2-40B4-BE49-F238E27FC236}">
                <a16:creationId xmlns:a16="http://schemas.microsoft.com/office/drawing/2014/main" id="{641CF370-C8FF-73A4-2D4A-9C4084A6BA02}"/>
              </a:ext>
            </a:extLst>
          </p:cNvPr>
          <p:cNvSpPr/>
          <p:nvPr/>
        </p:nvSpPr>
        <p:spPr>
          <a:xfrm>
            <a:off x="835433" y="2736188"/>
            <a:ext cx="337565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Process uploaded images through a model and return breed identification.</a:t>
            </a:r>
          </a:p>
          <a:p>
            <a:endParaRPr lang="en-US" sz="1800" dirty="0">
              <a:solidFill>
                <a:schemeClr val="tx1"/>
              </a:solidFill>
            </a:endParaRPr>
          </a:p>
        </p:txBody>
      </p:sp>
      <p:sp>
        <p:nvSpPr>
          <p:cNvPr id="16" name="Rectangle: Rounded Corners 15">
            <a:extLst>
              <a:ext uri="{FF2B5EF4-FFF2-40B4-BE49-F238E27FC236}">
                <a16:creationId xmlns:a16="http://schemas.microsoft.com/office/drawing/2014/main" id="{259BA9CC-868B-B2E8-2E78-C359B404EEBF}"/>
              </a:ext>
            </a:extLst>
          </p:cNvPr>
          <p:cNvSpPr/>
          <p:nvPr/>
        </p:nvSpPr>
        <p:spPr>
          <a:xfrm>
            <a:off x="835433" y="1333762"/>
            <a:ext cx="4105844"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1. </a:t>
            </a:r>
            <a:r>
              <a:rPr lang="en-US" sz="1800" dirty="0">
                <a:solidFill>
                  <a:schemeClr val="tx1"/>
                </a:solidFill>
              </a:rPr>
              <a:t>A comprehensive web-based dashboard providing real-time analytics on app usage, transactions across the entire ecosystem.</a:t>
            </a:r>
          </a:p>
        </p:txBody>
      </p:sp>
      <p:sp>
        <p:nvSpPr>
          <p:cNvPr id="8" name="Rectangle: Rounded Corners 7">
            <a:extLst>
              <a:ext uri="{FF2B5EF4-FFF2-40B4-BE49-F238E27FC236}">
                <a16:creationId xmlns:a16="http://schemas.microsoft.com/office/drawing/2014/main" id="{839E0C9B-1203-D28D-5286-2E30AD5E94E8}"/>
              </a:ext>
            </a:extLst>
          </p:cNvPr>
          <p:cNvSpPr/>
          <p:nvPr/>
        </p:nvSpPr>
        <p:spPr>
          <a:xfrm>
            <a:off x="5166359" y="1333762"/>
            <a:ext cx="3740249" cy="1158240"/>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3. </a:t>
            </a:r>
            <a:r>
              <a:rPr lang="en-US" sz="1800" dirty="0">
                <a:solidFill>
                  <a:schemeClr val="tx1"/>
                </a:solidFill>
              </a:rPr>
              <a:t>A centralized interface to review all registered users and their added pets, and ensure data compliance.</a:t>
            </a:r>
          </a:p>
        </p:txBody>
      </p:sp>
      <p:sp>
        <p:nvSpPr>
          <p:cNvPr id="2" name="Title 1">
            <a:extLst>
              <a:ext uri="{FF2B5EF4-FFF2-40B4-BE49-F238E27FC236}">
                <a16:creationId xmlns:a16="http://schemas.microsoft.com/office/drawing/2014/main" id="{C1D06B1F-5435-2489-E553-67973C9B7125}"/>
              </a:ext>
            </a:extLst>
          </p:cNvPr>
          <p:cNvSpPr>
            <a:spLocks noGrp="1"/>
          </p:cNvSpPr>
          <p:nvPr>
            <p:ph type="title"/>
          </p:nvPr>
        </p:nvSpPr>
        <p:spPr/>
        <p:txBody>
          <a:bodyPr/>
          <a:lstStyle/>
          <a:p>
            <a:r>
              <a:rPr lang="en" dirty="0"/>
              <a:t>Requirements </a:t>
            </a:r>
            <a:endParaRPr lang="en-US" dirty="0"/>
          </a:p>
        </p:txBody>
      </p:sp>
      <p:sp>
        <p:nvSpPr>
          <p:cNvPr id="19" name="Rectangle: Rounded Corners 18">
            <a:extLst>
              <a:ext uri="{FF2B5EF4-FFF2-40B4-BE49-F238E27FC236}">
                <a16:creationId xmlns:a16="http://schemas.microsoft.com/office/drawing/2014/main" id="{CEDEFF1E-44B5-4F41-9295-D5F87A72BF25}"/>
              </a:ext>
            </a:extLst>
          </p:cNvPr>
          <p:cNvSpPr/>
          <p:nvPr/>
        </p:nvSpPr>
        <p:spPr>
          <a:xfrm>
            <a:off x="835432" y="2651499"/>
            <a:ext cx="4097478" cy="1242929"/>
          </a:xfrm>
          <a:prstGeom prst="roundRect">
            <a:avLst/>
          </a:prstGeom>
          <a:solidFill>
            <a:schemeClr val="accent2"/>
          </a:solidFill>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2. </a:t>
            </a:r>
            <a:r>
              <a:rPr lang="en-US" sz="1800" dirty="0">
                <a:solidFill>
                  <a:schemeClr val="tx1"/>
                </a:solidFill>
              </a:rPr>
              <a:t>Full access to review and verify professional accounts, to maintain high service standards and safety.</a:t>
            </a:r>
          </a:p>
        </p:txBody>
      </p:sp>
      <p:sp>
        <p:nvSpPr>
          <p:cNvPr id="3" name="TextBox 2">
            <a:extLst>
              <a:ext uri="{FF2B5EF4-FFF2-40B4-BE49-F238E27FC236}">
                <a16:creationId xmlns:a16="http://schemas.microsoft.com/office/drawing/2014/main" id="{C4FC305D-CAAB-CBAC-F791-ECF7127B37DB}"/>
              </a:ext>
            </a:extLst>
          </p:cNvPr>
          <p:cNvSpPr txBox="1"/>
          <p:nvPr/>
        </p:nvSpPr>
        <p:spPr>
          <a:xfrm>
            <a:off x="8621486" y="4720046"/>
            <a:ext cx="383438" cy="307777"/>
          </a:xfrm>
          <a:prstGeom prst="rect">
            <a:avLst/>
          </a:prstGeom>
          <a:noFill/>
        </p:spPr>
        <p:txBody>
          <a:bodyPr wrap="none" rtlCol="0">
            <a:spAutoFit/>
          </a:bodyPr>
          <a:lstStyle/>
          <a:p>
            <a:r>
              <a:rPr lang="en-US" dirty="0"/>
              <a:t>16</a:t>
            </a:r>
          </a:p>
        </p:txBody>
      </p:sp>
    </p:spTree>
    <p:extLst>
      <p:ext uri="{BB962C8B-B14F-4D97-AF65-F5344CB8AC3E}">
        <p14:creationId xmlns:p14="http://schemas.microsoft.com/office/powerpoint/2010/main" val="1294201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13CD1-7B27-F291-4C96-BF10598D5EEB}"/>
              </a:ext>
            </a:extLst>
          </p:cNvPr>
          <p:cNvSpPr>
            <a:spLocks noGrp="1"/>
          </p:cNvSpPr>
          <p:nvPr>
            <p:ph type="ctrTitle"/>
          </p:nvPr>
        </p:nvSpPr>
        <p:spPr>
          <a:xfrm>
            <a:off x="734688" y="-437535"/>
            <a:ext cx="6721188" cy="1545300"/>
          </a:xfrm>
        </p:spPr>
        <p:txBody>
          <a:bodyPr/>
          <a:lstStyle/>
          <a:p>
            <a:r>
              <a:rPr lang="en-US" dirty="0"/>
              <a:t>Remaining Work</a:t>
            </a:r>
          </a:p>
        </p:txBody>
      </p:sp>
      <p:sp>
        <p:nvSpPr>
          <p:cNvPr id="3" name="Subtitle 2">
            <a:extLst>
              <a:ext uri="{FF2B5EF4-FFF2-40B4-BE49-F238E27FC236}">
                <a16:creationId xmlns:a16="http://schemas.microsoft.com/office/drawing/2014/main" id="{EA125F19-20D0-4561-D67D-09AD77544FD4}"/>
              </a:ext>
            </a:extLst>
          </p:cNvPr>
          <p:cNvSpPr>
            <a:spLocks noGrp="1"/>
          </p:cNvSpPr>
          <p:nvPr>
            <p:ph type="subTitle" idx="1"/>
          </p:nvPr>
        </p:nvSpPr>
        <p:spPr>
          <a:xfrm>
            <a:off x="734688" y="1188701"/>
            <a:ext cx="6580512" cy="2829383"/>
          </a:xfrm>
        </p:spPr>
        <p:txBody>
          <a:bodyPr/>
          <a:lstStyle/>
          <a:p>
            <a:r>
              <a:rPr lang="en-US" b="1" dirty="0"/>
              <a:t>Payment Gateway Integration:</a:t>
            </a:r>
            <a:r>
              <a:rPr lang="en-US" dirty="0"/>
              <a:t> Finalizing secure checkout flows for cryptocurrency and digital wallet transactions.</a:t>
            </a:r>
          </a:p>
          <a:p>
            <a:r>
              <a:rPr lang="en-US" b="1" dirty="0"/>
              <a:t>UI/UX Refinement &amp; Polishing:</a:t>
            </a:r>
            <a:r>
              <a:rPr lang="en-US" dirty="0"/>
              <a:t> Enhancing the mobile interface for a more seamless and intuitive user experience across all modules.</a:t>
            </a:r>
          </a:p>
          <a:p>
            <a:r>
              <a:rPr lang="en-US" b="1" dirty="0"/>
              <a:t>Real-time Caregiver GPS Tracking:</a:t>
            </a:r>
            <a:r>
              <a:rPr lang="en-US" dirty="0"/>
              <a:t> Implementing live location services and route history for pet walking and sitting activities.</a:t>
            </a:r>
          </a:p>
          <a:p>
            <a:r>
              <a:rPr lang="en-US" b="1"/>
              <a:t>Emergency Alert Broadcasting:</a:t>
            </a:r>
            <a:r>
              <a:rPr lang="en-US"/>
              <a:t> Deploying the radius-based notification system for instant lost pet community alerts.</a:t>
            </a:r>
            <a:endParaRPr lang="en-US" dirty="0"/>
          </a:p>
        </p:txBody>
      </p:sp>
    </p:spTree>
    <p:extLst>
      <p:ext uri="{BB962C8B-B14F-4D97-AF65-F5344CB8AC3E}">
        <p14:creationId xmlns:p14="http://schemas.microsoft.com/office/powerpoint/2010/main" val="4203877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001">
          <a:extLst>
            <a:ext uri="{FF2B5EF4-FFF2-40B4-BE49-F238E27FC236}">
              <a16:creationId xmlns:a16="http://schemas.microsoft.com/office/drawing/2014/main" id="{208BC1AC-9FB8-211C-7CCA-2C4E1FBAF448}"/>
            </a:ext>
          </a:extLst>
        </p:cNvPr>
        <p:cNvGrpSpPr/>
        <p:nvPr/>
      </p:nvGrpSpPr>
      <p:grpSpPr>
        <a:xfrm>
          <a:off x="0" y="0"/>
          <a:ext cx="0" cy="0"/>
          <a:chOff x="0" y="0"/>
          <a:chExt cx="0" cy="0"/>
        </a:xfrm>
      </p:grpSpPr>
      <p:sp>
        <p:nvSpPr>
          <p:cNvPr id="1002" name="Google Shape;1002;p34">
            <a:extLst>
              <a:ext uri="{FF2B5EF4-FFF2-40B4-BE49-F238E27FC236}">
                <a16:creationId xmlns:a16="http://schemas.microsoft.com/office/drawing/2014/main" id="{26F2AE9B-5F33-885B-003D-025076FBE81A}"/>
              </a:ext>
            </a:extLst>
          </p:cNvPr>
          <p:cNvSpPr txBox="1">
            <a:spLocks noGrp="1"/>
          </p:cNvSpPr>
          <p:nvPr>
            <p:ph type="title"/>
          </p:nvPr>
        </p:nvSpPr>
        <p:spPr>
          <a:xfrm>
            <a:off x="2917049" y="2344638"/>
            <a:ext cx="4948277" cy="1501800"/>
          </a:xfrm>
          <a:prstGeom prst="rect">
            <a:avLst/>
          </a:prstGeom>
        </p:spPr>
        <p:txBody>
          <a:bodyPr spcFirstLastPara="1" wrap="square" lIns="91425" tIns="91425" rIns="91425" bIns="91425" anchor="t" anchorCtr="0">
            <a:noAutofit/>
          </a:bodyPr>
          <a:lstStyle/>
          <a:p>
            <a:pPr lvl="0"/>
            <a:r>
              <a:rPr lang="en-US" b="0" dirty="0"/>
              <a:t>Architecture</a:t>
            </a:r>
            <a:endParaRPr dirty="0"/>
          </a:p>
        </p:txBody>
      </p:sp>
      <p:sp>
        <p:nvSpPr>
          <p:cNvPr id="1003" name="Google Shape;1003;p34">
            <a:extLst>
              <a:ext uri="{FF2B5EF4-FFF2-40B4-BE49-F238E27FC236}">
                <a16:creationId xmlns:a16="http://schemas.microsoft.com/office/drawing/2014/main" id="{9D02DF5B-DCDA-8E39-8918-24EB69A673B4}"/>
              </a:ext>
            </a:extLst>
          </p:cNvPr>
          <p:cNvSpPr txBox="1">
            <a:spLocks noGrp="1"/>
          </p:cNvSpPr>
          <p:nvPr>
            <p:ph type="title" idx="2"/>
          </p:nvPr>
        </p:nvSpPr>
        <p:spPr>
          <a:xfrm>
            <a:off x="2917062" y="1297063"/>
            <a:ext cx="1632900" cy="99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004" name="Google Shape;1004;p34">
            <a:extLst>
              <a:ext uri="{FF2B5EF4-FFF2-40B4-BE49-F238E27FC236}">
                <a16:creationId xmlns:a16="http://schemas.microsoft.com/office/drawing/2014/main" id="{6A772A08-173C-7EE1-11D3-06A4E73D924B}"/>
              </a:ext>
            </a:extLst>
          </p:cNvPr>
          <p:cNvSpPr/>
          <p:nvPr/>
        </p:nvSpPr>
        <p:spPr>
          <a:xfrm>
            <a:off x="3104675" y="217937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 name="TextBox 2">
            <a:extLst>
              <a:ext uri="{FF2B5EF4-FFF2-40B4-BE49-F238E27FC236}">
                <a16:creationId xmlns:a16="http://schemas.microsoft.com/office/drawing/2014/main" id="{9F06E911-F251-41BE-46BB-C8B5E4AEFB21}"/>
              </a:ext>
            </a:extLst>
          </p:cNvPr>
          <p:cNvSpPr txBox="1"/>
          <p:nvPr/>
        </p:nvSpPr>
        <p:spPr>
          <a:xfrm>
            <a:off x="8621486" y="4720046"/>
            <a:ext cx="383438" cy="307777"/>
          </a:xfrm>
          <a:prstGeom prst="rect">
            <a:avLst/>
          </a:prstGeom>
          <a:noFill/>
        </p:spPr>
        <p:txBody>
          <a:bodyPr wrap="none" rtlCol="0">
            <a:spAutoFit/>
          </a:bodyPr>
          <a:lstStyle/>
          <a:p>
            <a:r>
              <a:rPr lang="en-US" dirty="0"/>
              <a:t>25</a:t>
            </a:r>
          </a:p>
        </p:txBody>
      </p:sp>
    </p:spTree>
    <p:extLst>
      <p:ext uri="{BB962C8B-B14F-4D97-AF65-F5344CB8AC3E}">
        <p14:creationId xmlns:p14="http://schemas.microsoft.com/office/powerpoint/2010/main" val="1926419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77D00-E779-052B-9D12-F52AA99F7025}"/>
              </a:ext>
            </a:extLst>
          </p:cNvPr>
          <p:cNvSpPr>
            <a:spLocks noGrp="1"/>
          </p:cNvSpPr>
          <p:nvPr>
            <p:ph type="title"/>
          </p:nvPr>
        </p:nvSpPr>
        <p:spPr/>
        <p:txBody>
          <a:bodyPr/>
          <a:lstStyle/>
          <a:p>
            <a:endParaRPr lang="en-PK"/>
          </a:p>
        </p:txBody>
      </p:sp>
      <p:pic>
        <p:nvPicPr>
          <p:cNvPr id="4" name="Picture 3" descr="A screenshot of a computer screen&#10;&#10;AI-generated content may be incorrect.">
            <a:extLst>
              <a:ext uri="{FF2B5EF4-FFF2-40B4-BE49-F238E27FC236}">
                <a16:creationId xmlns:a16="http://schemas.microsoft.com/office/drawing/2014/main" id="{4EA4A60D-0BC1-317C-0BE6-7FF026D694C6}"/>
              </a:ext>
            </a:extLst>
          </p:cNvPr>
          <p:cNvPicPr>
            <a:picLocks noChangeAspect="1"/>
          </p:cNvPicPr>
          <p:nvPr/>
        </p:nvPicPr>
        <p:blipFill>
          <a:blip r:embed="rId2"/>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36DEE98E-F6C2-3B04-B28E-F415F71DA57E}"/>
              </a:ext>
            </a:extLst>
          </p:cNvPr>
          <p:cNvSpPr txBox="1"/>
          <p:nvPr/>
        </p:nvSpPr>
        <p:spPr>
          <a:xfrm>
            <a:off x="8621486" y="4720046"/>
            <a:ext cx="383438" cy="307777"/>
          </a:xfrm>
          <a:prstGeom prst="rect">
            <a:avLst/>
          </a:prstGeom>
          <a:noFill/>
        </p:spPr>
        <p:txBody>
          <a:bodyPr wrap="none" rtlCol="0">
            <a:spAutoFit/>
          </a:bodyPr>
          <a:lstStyle/>
          <a:p>
            <a:r>
              <a:rPr lang="en-US" dirty="0"/>
              <a:t>26</a:t>
            </a:r>
          </a:p>
        </p:txBody>
      </p:sp>
      <p:sp>
        <p:nvSpPr>
          <p:cNvPr id="5" name="Rectangle: Rounded Corners 4">
            <a:extLst>
              <a:ext uri="{FF2B5EF4-FFF2-40B4-BE49-F238E27FC236}">
                <a16:creationId xmlns:a16="http://schemas.microsoft.com/office/drawing/2014/main" id="{06197CA1-5945-833B-C855-030224C182F7}"/>
              </a:ext>
            </a:extLst>
          </p:cNvPr>
          <p:cNvSpPr/>
          <p:nvPr/>
        </p:nvSpPr>
        <p:spPr>
          <a:xfrm>
            <a:off x="3240911" y="0"/>
            <a:ext cx="2268638" cy="72920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Architecture Diagram</a:t>
            </a:r>
          </a:p>
        </p:txBody>
      </p:sp>
    </p:spTree>
    <p:extLst>
      <p:ext uri="{BB962C8B-B14F-4D97-AF65-F5344CB8AC3E}">
        <p14:creationId xmlns:p14="http://schemas.microsoft.com/office/powerpoint/2010/main" val="1229005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77732346-02E3-5BF1-C2B8-CAEE1F3298B8}"/>
              </a:ext>
            </a:extLst>
          </p:cNvPr>
          <p:cNvSpPr/>
          <p:nvPr/>
        </p:nvSpPr>
        <p:spPr>
          <a:xfrm>
            <a:off x="5984437" y="1311331"/>
            <a:ext cx="2641727" cy="244583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2" name="Rectangle: Rounded Corners 11">
            <a:extLst>
              <a:ext uri="{FF2B5EF4-FFF2-40B4-BE49-F238E27FC236}">
                <a16:creationId xmlns:a16="http://schemas.microsoft.com/office/drawing/2014/main" id="{EF4863DC-A2B1-7399-AC57-F560E4F0337D}"/>
              </a:ext>
            </a:extLst>
          </p:cNvPr>
          <p:cNvSpPr/>
          <p:nvPr/>
        </p:nvSpPr>
        <p:spPr>
          <a:xfrm>
            <a:off x="3421767" y="1345580"/>
            <a:ext cx="2379523" cy="244583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 name="Rectangle: Rounded Corners 10">
            <a:extLst>
              <a:ext uri="{FF2B5EF4-FFF2-40B4-BE49-F238E27FC236}">
                <a16:creationId xmlns:a16="http://schemas.microsoft.com/office/drawing/2014/main" id="{D6E314A1-DE0A-026C-A9D2-41381768C67E}"/>
              </a:ext>
            </a:extLst>
          </p:cNvPr>
          <p:cNvSpPr/>
          <p:nvPr/>
        </p:nvSpPr>
        <p:spPr>
          <a:xfrm>
            <a:off x="700982" y="1345580"/>
            <a:ext cx="2458581" cy="244583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 name="Title 1">
            <a:extLst>
              <a:ext uri="{FF2B5EF4-FFF2-40B4-BE49-F238E27FC236}">
                <a16:creationId xmlns:a16="http://schemas.microsoft.com/office/drawing/2014/main" id="{AFD704CD-724B-D340-B266-E649DB208415}"/>
              </a:ext>
            </a:extLst>
          </p:cNvPr>
          <p:cNvSpPr>
            <a:spLocks noGrp="1"/>
          </p:cNvSpPr>
          <p:nvPr>
            <p:ph type="title"/>
          </p:nvPr>
        </p:nvSpPr>
        <p:spPr/>
        <p:txBody>
          <a:bodyPr/>
          <a:lstStyle/>
          <a:p>
            <a:r>
              <a:rPr lang="en-US" dirty="0"/>
              <a:t>Contribution </a:t>
            </a:r>
            <a:endParaRPr lang="en-PK" dirty="0"/>
          </a:p>
        </p:txBody>
      </p:sp>
      <p:sp>
        <p:nvSpPr>
          <p:cNvPr id="3" name="Subtitle 2">
            <a:extLst>
              <a:ext uri="{FF2B5EF4-FFF2-40B4-BE49-F238E27FC236}">
                <a16:creationId xmlns:a16="http://schemas.microsoft.com/office/drawing/2014/main" id="{F4849816-D9A6-CE32-4E9F-0436A825BC25}"/>
              </a:ext>
            </a:extLst>
          </p:cNvPr>
          <p:cNvSpPr>
            <a:spLocks noGrp="1"/>
          </p:cNvSpPr>
          <p:nvPr>
            <p:ph type="subTitle" idx="1"/>
          </p:nvPr>
        </p:nvSpPr>
        <p:spPr>
          <a:xfrm>
            <a:off x="722375" y="1939176"/>
            <a:ext cx="2404554" cy="2193155"/>
          </a:xfrm>
        </p:spPr>
        <p:txBody>
          <a:bodyPr/>
          <a:lstStyle/>
          <a:p>
            <a:pPr>
              <a:buFont typeface="Arial" panose="020B0604020202020204" pitchFamily="34" charset="0"/>
              <a:buChar char="•"/>
            </a:pPr>
            <a:r>
              <a:rPr lang="en-US" dirty="0"/>
              <a:t>Community Module &amp; Social Architecture.</a:t>
            </a:r>
          </a:p>
          <a:p>
            <a:pPr>
              <a:buFont typeface="Arial" panose="020B0604020202020204" pitchFamily="34" charset="0"/>
              <a:buChar char="•"/>
            </a:pPr>
            <a:r>
              <a:rPr lang="en-US" dirty="0"/>
              <a:t>Administrative Dashboard</a:t>
            </a:r>
          </a:p>
          <a:p>
            <a:endParaRPr lang="en-PK" dirty="0"/>
          </a:p>
        </p:txBody>
      </p:sp>
      <p:sp>
        <p:nvSpPr>
          <p:cNvPr id="4" name="Subtitle 3">
            <a:extLst>
              <a:ext uri="{FF2B5EF4-FFF2-40B4-BE49-F238E27FC236}">
                <a16:creationId xmlns:a16="http://schemas.microsoft.com/office/drawing/2014/main" id="{D3AB8ECD-1059-A80E-2750-C4D7C33A3A99}"/>
              </a:ext>
            </a:extLst>
          </p:cNvPr>
          <p:cNvSpPr>
            <a:spLocks noGrp="1"/>
          </p:cNvSpPr>
          <p:nvPr>
            <p:ph type="subTitle" idx="2"/>
          </p:nvPr>
        </p:nvSpPr>
        <p:spPr>
          <a:xfrm>
            <a:off x="3421800" y="1936027"/>
            <a:ext cx="2300400" cy="2193155"/>
          </a:xfrm>
        </p:spPr>
        <p:txBody>
          <a:bodyPr/>
          <a:lstStyle/>
          <a:p>
            <a:pPr>
              <a:buFont typeface="Arial" panose="020B0604020202020204" pitchFamily="34" charset="0"/>
              <a:buChar char="•"/>
            </a:pPr>
            <a:r>
              <a:rPr lang="en-US" dirty="0"/>
              <a:t>Caregiver Service Ecosystem</a:t>
            </a:r>
          </a:p>
          <a:p>
            <a:pPr>
              <a:buFont typeface="Arial" panose="020B0604020202020204" pitchFamily="34" charset="0"/>
              <a:buChar char="•"/>
            </a:pPr>
            <a:r>
              <a:rPr lang="en-US" dirty="0"/>
              <a:t>Marketplace Engineering:</a:t>
            </a:r>
            <a:endParaRPr lang="en-PK" dirty="0"/>
          </a:p>
        </p:txBody>
      </p:sp>
      <p:sp>
        <p:nvSpPr>
          <p:cNvPr id="5" name="Subtitle 4">
            <a:extLst>
              <a:ext uri="{FF2B5EF4-FFF2-40B4-BE49-F238E27FC236}">
                <a16:creationId xmlns:a16="http://schemas.microsoft.com/office/drawing/2014/main" id="{DB9597B4-EE64-14B1-6C78-B7D5BDB74016}"/>
              </a:ext>
            </a:extLst>
          </p:cNvPr>
          <p:cNvSpPr>
            <a:spLocks noGrp="1"/>
          </p:cNvSpPr>
          <p:nvPr>
            <p:ph type="subTitle" idx="3"/>
          </p:nvPr>
        </p:nvSpPr>
        <p:spPr>
          <a:xfrm>
            <a:off x="6063558" y="1915128"/>
            <a:ext cx="2541163" cy="2214054"/>
          </a:xfrm>
        </p:spPr>
        <p:txBody>
          <a:bodyPr/>
          <a:lstStyle/>
          <a:p>
            <a:pPr>
              <a:buFont typeface="Arial" panose="020B0604020202020204" pitchFamily="34" charset="0"/>
              <a:buChar char="•"/>
            </a:pPr>
            <a:r>
              <a:rPr lang="en-US" dirty="0"/>
              <a:t>E-Commerce Core &amp; Logic</a:t>
            </a:r>
          </a:p>
          <a:p>
            <a:pPr>
              <a:buFont typeface="Arial" panose="020B0604020202020204" pitchFamily="34" charset="0"/>
              <a:buChar char="•"/>
            </a:pPr>
            <a:r>
              <a:rPr lang="en-US" dirty="0"/>
              <a:t>Backend &amp; System Integration</a:t>
            </a:r>
            <a:endParaRPr lang="en-PK" dirty="0"/>
          </a:p>
        </p:txBody>
      </p:sp>
      <p:sp>
        <p:nvSpPr>
          <p:cNvPr id="6" name="Subtitle 5">
            <a:extLst>
              <a:ext uri="{FF2B5EF4-FFF2-40B4-BE49-F238E27FC236}">
                <a16:creationId xmlns:a16="http://schemas.microsoft.com/office/drawing/2014/main" id="{5B6C4B1F-4526-981B-85D6-3D8CFFB53AD8}"/>
              </a:ext>
            </a:extLst>
          </p:cNvPr>
          <p:cNvSpPr>
            <a:spLocks noGrp="1"/>
          </p:cNvSpPr>
          <p:nvPr>
            <p:ph type="subTitle" idx="4"/>
          </p:nvPr>
        </p:nvSpPr>
        <p:spPr>
          <a:xfrm>
            <a:off x="3317710" y="1568126"/>
            <a:ext cx="2300400" cy="342559"/>
          </a:xfrm>
        </p:spPr>
        <p:txBody>
          <a:bodyPr/>
          <a:lstStyle/>
          <a:p>
            <a:pPr algn="ctr"/>
            <a:r>
              <a:rPr lang="en-US" dirty="0"/>
              <a:t>Maaz Ali</a:t>
            </a:r>
            <a:endParaRPr lang="en-PK" dirty="0"/>
          </a:p>
        </p:txBody>
      </p:sp>
      <p:sp>
        <p:nvSpPr>
          <p:cNvPr id="7" name="Subtitle 6">
            <a:extLst>
              <a:ext uri="{FF2B5EF4-FFF2-40B4-BE49-F238E27FC236}">
                <a16:creationId xmlns:a16="http://schemas.microsoft.com/office/drawing/2014/main" id="{E46CCD25-7C8D-24A2-A647-3777AB6F38E1}"/>
              </a:ext>
            </a:extLst>
          </p:cNvPr>
          <p:cNvSpPr>
            <a:spLocks noGrp="1"/>
          </p:cNvSpPr>
          <p:nvPr>
            <p:ph type="subTitle" idx="5"/>
          </p:nvPr>
        </p:nvSpPr>
        <p:spPr>
          <a:xfrm>
            <a:off x="5905347" y="1489185"/>
            <a:ext cx="2641727" cy="421500"/>
          </a:xfrm>
        </p:spPr>
        <p:txBody>
          <a:bodyPr/>
          <a:lstStyle/>
          <a:p>
            <a:r>
              <a:rPr lang="en-US" dirty="0"/>
              <a:t>Hamza Naveed</a:t>
            </a:r>
            <a:endParaRPr lang="en-PK" dirty="0"/>
          </a:p>
        </p:txBody>
      </p:sp>
      <p:sp>
        <p:nvSpPr>
          <p:cNvPr id="8" name="Subtitle 7">
            <a:extLst>
              <a:ext uri="{FF2B5EF4-FFF2-40B4-BE49-F238E27FC236}">
                <a16:creationId xmlns:a16="http://schemas.microsoft.com/office/drawing/2014/main" id="{DEF0F71C-7B82-DAD9-EC1A-D3BAB79C069E}"/>
              </a:ext>
            </a:extLst>
          </p:cNvPr>
          <p:cNvSpPr>
            <a:spLocks noGrp="1"/>
          </p:cNvSpPr>
          <p:nvPr>
            <p:ph type="subTitle" idx="6"/>
          </p:nvPr>
        </p:nvSpPr>
        <p:spPr>
          <a:xfrm>
            <a:off x="688418" y="1587693"/>
            <a:ext cx="2483581" cy="348334"/>
          </a:xfrm>
        </p:spPr>
        <p:txBody>
          <a:bodyPr/>
          <a:lstStyle/>
          <a:p>
            <a:r>
              <a:rPr lang="en-US" dirty="0"/>
              <a:t>Huzaifa Nasir</a:t>
            </a:r>
            <a:endParaRPr lang="en-PK" dirty="0"/>
          </a:p>
        </p:txBody>
      </p:sp>
      <p:sp>
        <p:nvSpPr>
          <p:cNvPr id="9" name="TextBox 8">
            <a:extLst>
              <a:ext uri="{FF2B5EF4-FFF2-40B4-BE49-F238E27FC236}">
                <a16:creationId xmlns:a16="http://schemas.microsoft.com/office/drawing/2014/main" id="{9701EE24-2714-7E06-017B-573CCB6FD540}"/>
              </a:ext>
            </a:extLst>
          </p:cNvPr>
          <p:cNvSpPr txBox="1"/>
          <p:nvPr/>
        </p:nvSpPr>
        <p:spPr>
          <a:xfrm>
            <a:off x="8621486" y="4720046"/>
            <a:ext cx="383438" cy="307777"/>
          </a:xfrm>
          <a:prstGeom prst="rect">
            <a:avLst/>
          </a:prstGeom>
          <a:noFill/>
        </p:spPr>
        <p:txBody>
          <a:bodyPr wrap="none" rtlCol="0">
            <a:spAutoFit/>
          </a:bodyPr>
          <a:lstStyle/>
          <a:p>
            <a:r>
              <a:rPr lang="en-US" dirty="0"/>
              <a:t>36</a:t>
            </a:r>
          </a:p>
        </p:txBody>
      </p:sp>
    </p:spTree>
    <p:extLst>
      <p:ext uri="{BB962C8B-B14F-4D97-AF65-F5344CB8AC3E}">
        <p14:creationId xmlns:p14="http://schemas.microsoft.com/office/powerpoint/2010/main" val="625243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B29B0AA9-8772-2860-6324-32C6E1643334}"/>
            </a:ext>
          </a:extLst>
        </p:cNvPr>
        <p:cNvGrpSpPr/>
        <p:nvPr/>
      </p:nvGrpSpPr>
      <p:grpSpPr>
        <a:xfrm>
          <a:off x="0" y="0"/>
          <a:ext cx="0" cy="0"/>
          <a:chOff x="0" y="0"/>
          <a:chExt cx="0" cy="0"/>
        </a:xfrm>
      </p:grpSpPr>
      <p:sp>
        <p:nvSpPr>
          <p:cNvPr id="1002" name="Google Shape;1002;p34">
            <a:extLst>
              <a:ext uri="{FF2B5EF4-FFF2-40B4-BE49-F238E27FC236}">
                <a16:creationId xmlns:a16="http://schemas.microsoft.com/office/drawing/2014/main" id="{D4545AA8-A91E-3F60-233E-86483C0C55F4}"/>
              </a:ext>
            </a:extLst>
          </p:cNvPr>
          <p:cNvSpPr txBox="1">
            <a:spLocks noGrp="1"/>
          </p:cNvSpPr>
          <p:nvPr>
            <p:ph type="title"/>
          </p:nvPr>
        </p:nvSpPr>
        <p:spPr>
          <a:xfrm>
            <a:off x="2917049" y="2344638"/>
            <a:ext cx="4948277" cy="1501800"/>
          </a:xfrm>
          <a:prstGeom prst="rect">
            <a:avLst/>
          </a:prstGeom>
        </p:spPr>
        <p:txBody>
          <a:bodyPr spcFirstLastPara="1" wrap="square" lIns="91425" tIns="91425" rIns="91425" bIns="91425" anchor="t" anchorCtr="0">
            <a:noAutofit/>
          </a:bodyPr>
          <a:lstStyle/>
          <a:p>
            <a:pPr lvl="0"/>
            <a:r>
              <a:rPr lang="en-US" b="0" dirty="0"/>
              <a:t>Live Demo</a:t>
            </a:r>
            <a:endParaRPr dirty="0"/>
          </a:p>
        </p:txBody>
      </p:sp>
      <p:sp>
        <p:nvSpPr>
          <p:cNvPr id="1003" name="Google Shape;1003;p34">
            <a:extLst>
              <a:ext uri="{FF2B5EF4-FFF2-40B4-BE49-F238E27FC236}">
                <a16:creationId xmlns:a16="http://schemas.microsoft.com/office/drawing/2014/main" id="{FAE3C327-7222-A019-FE97-5E0DD1CB0D0D}"/>
              </a:ext>
            </a:extLst>
          </p:cNvPr>
          <p:cNvSpPr txBox="1">
            <a:spLocks noGrp="1"/>
          </p:cNvSpPr>
          <p:nvPr>
            <p:ph type="title" idx="2"/>
          </p:nvPr>
        </p:nvSpPr>
        <p:spPr>
          <a:xfrm>
            <a:off x="2917062" y="1297063"/>
            <a:ext cx="1632900" cy="99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004" name="Google Shape;1004;p34">
            <a:extLst>
              <a:ext uri="{FF2B5EF4-FFF2-40B4-BE49-F238E27FC236}">
                <a16:creationId xmlns:a16="http://schemas.microsoft.com/office/drawing/2014/main" id="{4E86C98B-BC3A-EBE5-0BEE-574C82332AAF}"/>
              </a:ext>
            </a:extLst>
          </p:cNvPr>
          <p:cNvSpPr/>
          <p:nvPr/>
        </p:nvSpPr>
        <p:spPr>
          <a:xfrm>
            <a:off x="3104675" y="2179375"/>
            <a:ext cx="637200" cy="1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 name="TextBox 1">
            <a:extLst>
              <a:ext uri="{FF2B5EF4-FFF2-40B4-BE49-F238E27FC236}">
                <a16:creationId xmlns:a16="http://schemas.microsoft.com/office/drawing/2014/main" id="{8C297B0F-01F0-7CE6-26F9-9C6F0148D6A5}"/>
              </a:ext>
            </a:extLst>
          </p:cNvPr>
          <p:cNvSpPr txBox="1"/>
          <p:nvPr/>
        </p:nvSpPr>
        <p:spPr>
          <a:xfrm>
            <a:off x="8621486" y="4720046"/>
            <a:ext cx="383438" cy="307777"/>
          </a:xfrm>
          <a:prstGeom prst="rect">
            <a:avLst/>
          </a:prstGeom>
          <a:noFill/>
        </p:spPr>
        <p:txBody>
          <a:bodyPr wrap="none" rtlCol="0">
            <a:spAutoFit/>
          </a:bodyPr>
          <a:lstStyle/>
          <a:p>
            <a:r>
              <a:rPr lang="en-US" dirty="0"/>
              <a:t>37</a:t>
            </a:r>
          </a:p>
        </p:txBody>
      </p:sp>
    </p:spTree>
    <p:extLst>
      <p:ext uri="{BB962C8B-B14F-4D97-AF65-F5344CB8AC3E}">
        <p14:creationId xmlns:p14="http://schemas.microsoft.com/office/powerpoint/2010/main" val="2499212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sp>
        <p:nvSpPr>
          <p:cNvPr id="1267" name="Google Shape;1267;p49"/>
          <p:cNvSpPr txBox="1">
            <a:spLocks noGrp="1"/>
          </p:cNvSpPr>
          <p:nvPr>
            <p:ph type="subTitle" idx="4294967295"/>
          </p:nvPr>
        </p:nvSpPr>
        <p:spPr>
          <a:xfrm>
            <a:off x="3318038" y="3676143"/>
            <a:ext cx="3365400" cy="30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t>Please keep this slide for attribution</a:t>
            </a:r>
            <a:endParaRPr sz="1000"/>
          </a:p>
        </p:txBody>
      </p:sp>
      <p:sp>
        <p:nvSpPr>
          <p:cNvPr id="1268" name="Google Shape;1268;p49"/>
          <p:cNvSpPr txBox="1">
            <a:spLocks noGrp="1"/>
          </p:cNvSpPr>
          <p:nvPr>
            <p:ph type="ctrTitle"/>
          </p:nvPr>
        </p:nvSpPr>
        <p:spPr>
          <a:xfrm>
            <a:off x="3318038" y="1165862"/>
            <a:ext cx="3365400" cy="87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Thanks</a:t>
            </a:r>
            <a:endParaRPr dirty="0"/>
          </a:p>
        </p:txBody>
      </p:sp>
      <p:sp>
        <p:nvSpPr>
          <p:cNvPr id="1269" name="Google Shape;1269;p49"/>
          <p:cNvSpPr txBox="1">
            <a:spLocks noGrp="1"/>
          </p:cNvSpPr>
          <p:nvPr>
            <p:ph type="subTitle" idx="1"/>
          </p:nvPr>
        </p:nvSpPr>
        <p:spPr>
          <a:xfrm>
            <a:off x="3318038" y="1899087"/>
            <a:ext cx="3365400" cy="113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b="1" dirty="0"/>
              <a:t>Do you have any questions?</a:t>
            </a:r>
            <a:endParaRPr b="1" dirty="0"/>
          </a:p>
        </p:txBody>
      </p:sp>
    </p:spTree>
  </p:cSld>
  <p:clrMapOvr>
    <a:masterClrMapping/>
  </p:clrMapOvr>
</p:sld>
</file>

<file path=ppt/theme/theme1.xml><?xml version="1.0" encoding="utf-8"?>
<a:theme xmlns:a="http://schemas.openxmlformats.org/drawingml/2006/main" name="Project Status Update Meeting by Slidesgo">
  <a:themeElements>
    <a:clrScheme name="Simple Light">
      <a:dk1>
        <a:srgbClr val="2E2D2C"/>
      </a:dk1>
      <a:lt1>
        <a:srgbClr val="FDFCF5"/>
      </a:lt1>
      <a:dk2>
        <a:srgbClr val="DC6256"/>
      </a:dk2>
      <a:lt2>
        <a:srgbClr val="D9B759"/>
      </a:lt2>
      <a:accent1>
        <a:srgbClr val="9DC1AD"/>
      </a:accent1>
      <a:accent2>
        <a:srgbClr val="FFFFFF"/>
      </a:accent2>
      <a:accent3>
        <a:srgbClr val="FFFFFF"/>
      </a:accent3>
      <a:accent4>
        <a:srgbClr val="FFFFFF"/>
      </a:accent4>
      <a:accent5>
        <a:srgbClr val="FFFFFF"/>
      </a:accent5>
      <a:accent6>
        <a:srgbClr val="FFFFFF"/>
      </a:accent6>
      <a:hlink>
        <a:srgbClr val="2E2D2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4638</TotalTime>
  <Words>1117</Words>
  <Application>Microsoft Office PowerPoint</Application>
  <PresentationFormat>On-screen Show (16:9)</PresentationFormat>
  <Paragraphs>158</Paragraphs>
  <Slides>24</Slides>
  <Notes>21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Montserrat</vt:lpstr>
      <vt:lpstr>Arial</vt:lpstr>
      <vt:lpstr>Krona One</vt:lpstr>
      <vt:lpstr>Project Status Update Meeting by Slidesgo</vt:lpstr>
      <vt:lpstr>PAWPAL</vt:lpstr>
      <vt:lpstr>Table of contents</vt:lpstr>
      <vt:lpstr>Overview </vt:lpstr>
      <vt:lpstr>Overview</vt:lpstr>
      <vt:lpstr>PowerPoint Presentation</vt:lpstr>
      <vt:lpstr>PowerPoint Presentation</vt:lpstr>
      <vt:lpstr>PowerPoint Presentation</vt:lpstr>
      <vt:lpstr>Iteration 03  </vt:lpstr>
      <vt:lpstr>Goals</vt:lpstr>
      <vt:lpstr>Goals</vt:lpstr>
      <vt:lpstr>Marketplace</vt:lpstr>
      <vt:lpstr>Requirements </vt:lpstr>
      <vt:lpstr>Community Hub</vt:lpstr>
      <vt:lpstr>Requirements </vt:lpstr>
      <vt:lpstr>Caregiver Services</vt:lpstr>
      <vt:lpstr>Requirements </vt:lpstr>
      <vt:lpstr>Admin Portal</vt:lpstr>
      <vt:lpstr>Requirements </vt:lpstr>
      <vt:lpstr>Remaining Work</vt:lpstr>
      <vt:lpstr>Architecture</vt:lpstr>
      <vt:lpstr>PowerPoint Presentation</vt:lpstr>
      <vt:lpstr>Contribution </vt:lpstr>
      <vt:lpstr>Live Demo</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Huziafa Naseer</cp:lastModifiedBy>
  <cp:revision>64</cp:revision>
  <dcterms:modified xsi:type="dcterms:W3CDTF">2026-04-17T04:55:12Z</dcterms:modified>
</cp:coreProperties>
</file>